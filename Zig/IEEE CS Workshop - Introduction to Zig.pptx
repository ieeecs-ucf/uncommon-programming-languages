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3" r:id="rId6"/>
    <p:sldId id="264" r:id="rId7"/>
    <p:sldId id="272" r:id="rId8"/>
    <p:sldId id="273" r:id="rId9"/>
    <p:sldId id="274" r:id="rId10"/>
    <p:sldId id="261" r:id="rId11"/>
    <p:sldId id="267" r:id="rId12"/>
    <p:sldId id="265" r:id="rId13"/>
    <p:sldId id="269" r:id="rId14"/>
    <p:sldId id="268" r:id="rId15"/>
    <p:sldId id="270" r:id="rId16"/>
    <p:sldId id="278" r:id="rId17"/>
    <p:sldId id="283" r:id="rId18"/>
    <p:sldId id="284" r:id="rId19"/>
    <p:sldId id="271" r:id="rId20"/>
    <p:sldId id="277" r:id="rId21"/>
    <p:sldId id="260" r:id="rId22"/>
    <p:sldId id="285" r:id="rId23"/>
    <p:sldId id="279" r:id="rId24"/>
    <p:sldId id="280" r:id="rId25"/>
    <p:sldId id="281" r:id="rId26"/>
    <p:sldId id="282" r:id="rId27"/>
    <p:sldId id="286" r:id="rId28"/>
    <p:sldId id="262" r:id="rId29"/>
    <p:sldId id="275" r:id="rId30"/>
    <p:sldId id="27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 to Workshop" id="{512980F9-986A-4A64-8529-13DD2CC240E0}">
          <p14:sldIdLst>
            <p14:sldId id="256"/>
            <p14:sldId id="263"/>
            <p14:sldId id="264"/>
            <p14:sldId id="272"/>
            <p14:sldId id="273"/>
          </p14:sldIdLst>
        </p14:section>
        <p14:section name="Why to use Zig" id="{825C9735-59F4-44D8-BDC1-D33FC674745D}">
          <p14:sldIdLst>
            <p14:sldId id="274"/>
            <p14:sldId id="261"/>
            <p14:sldId id="267"/>
            <p14:sldId id="265"/>
            <p14:sldId id="269"/>
            <p14:sldId id="268"/>
            <p14:sldId id="270"/>
            <p14:sldId id="278"/>
            <p14:sldId id="283"/>
            <p14:sldId id="284"/>
            <p14:sldId id="271"/>
          </p14:sldIdLst>
        </p14:section>
        <p14:section name="How to use Zig" id="{EE0B8A4F-EAE1-43F1-9FAD-2FF635BE8D39}">
          <p14:sldIdLst>
            <p14:sldId id="277"/>
            <p14:sldId id="260"/>
            <p14:sldId id="285"/>
            <p14:sldId id="279"/>
            <p14:sldId id="280"/>
            <p14:sldId id="281"/>
            <p14:sldId id="282"/>
          </p14:sldIdLst>
        </p14:section>
        <p14:section name="Closing" id="{CEA8E048-3F20-4B03-BA65-DD486EEF8858}">
          <p14:sldIdLst>
            <p14:sldId id="286"/>
            <p14:sldId id="262"/>
          </p14:sldIdLst>
        </p14:section>
        <p14:section name="Templates" id="{03F1F61E-2F02-4A5E-93BE-16E2E322057A}">
          <p14:sldIdLst>
            <p14:sldId id="275"/>
            <p14:sldId id="27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4747"/>
    <a:srgbClr val="FBA41B"/>
    <a:srgbClr val="212121"/>
    <a:srgbClr val="1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210690-029C-5A2C-99A0-E9E392D317C2}" v="1397" dt="2026-04-14T21:36:54.283"/>
    <p1510:client id="{6A08E6A4-92AB-90E9-558E-6F47E520A986}" v="6919" dt="2026-04-14T21:05:13.244"/>
    <p1510:client id="{76D7F571-D9BD-F041-6E77-5BE8822873E4}" v="414" dt="2026-04-14T18:02:22.743"/>
    <p1510:client id="{A8147F2E-C312-4CB5-884B-1726C2FE3A4A}" v="428" dt="2026-04-14T17:15:08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ison Hilpert" userId="S::ha491540@ucf.edu::6f9eeed8-2349-4567-9bc7-b39d66e866ba" providerId="AD" clId="Web-{76D7F571-D9BD-F041-6E77-5BE8822873E4}"/>
    <pc:docChg chg="addSld delSld modSld sldOrd modMainMaster modSection">
      <pc:chgData name="Harrison Hilpert" userId="S::ha491540@ucf.edu::6f9eeed8-2349-4567-9bc7-b39d66e866ba" providerId="AD" clId="Web-{76D7F571-D9BD-F041-6E77-5BE8822873E4}" dt="2026-04-14T18:02:22.743" v="249"/>
      <pc:docMkLst>
        <pc:docMk/>
      </pc:docMkLst>
      <pc:sldChg chg="addSp delSp modSp">
        <pc:chgData name="Harrison Hilpert" userId="S::ha491540@ucf.edu::6f9eeed8-2349-4567-9bc7-b39d66e866ba" providerId="AD" clId="Web-{76D7F571-D9BD-F041-6E77-5BE8822873E4}" dt="2026-04-14T18:00:52.460" v="206"/>
        <pc:sldMkLst>
          <pc:docMk/>
          <pc:sldMk cId="3242227477" sldId="256"/>
        </pc:sldMkLst>
        <pc:spChg chg="add mod">
          <ac:chgData name="Harrison Hilpert" userId="S::ha491540@ucf.edu::6f9eeed8-2349-4567-9bc7-b39d66e866ba" providerId="AD" clId="Web-{76D7F571-D9BD-F041-6E77-5BE8822873E4}" dt="2026-04-14T18:00:38.554" v="204"/>
          <ac:spMkLst>
            <pc:docMk/>
            <pc:sldMk cId="3242227477" sldId="256"/>
            <ac:spMk id="7" creationId="{B1F38D1A-48C6-BD60-52D5-891875E6FDB1}"/>
          </ac:spMkLst>
        </pc:spChg>
        <pc:spChg chg="del">
          <ac:chgData name="Harrison Hilpert" userId="S::ha491540@ucf.edu::6f9eeed8-2349-4567-9bc7-b39d66e866ba" providerId="AD" clId="Web-{76D7F571-D9BD-F041-6E77-5BE8822873E4}" dt="2026-04-14T18:00:52.460" v="206"/>
          <ac:spMkLst>
            <pc:docMk/>
            <pc:sldMk cId="3242227477" sldId="256"/>
            <ac:spMk id="8" creationId="{B2DC8792-7C39-19BB-A3CC-BE201646F988}"/>
          </ac:spMkLst>
        </pc:spChg>
        <pc:spChg chg="add mod">
          <ac:chgData name="Harrison Hilpert" userId="S::ha491540@ucf.edu::6f9eeed8-2349-4567-9bc7-b39d66e866ba" providerId="AD" clId="Web-{76D7F571-D9BD-F041-6E77-5BE8822873E4}" dt="2026-04-14T18:00:38.554" v="204"/>
          <ac:spMkLst>
            <pc:docMk/>
            <pc:sldMk cId="3242227477" sldId="256"/>
            <ac:spMk id="9" creationId="{BFE2DAA6-8DBE-2322-38E9-B1792869DB98}"/>
          </ac:spMkLst>
        </pc:spChg>
      </pc:sldChg>
      <pc:sldChg chg="addSp modSp">
        <pc:chgData name="Harrison Hilpert" userId="S::ha491540@ucf.edu::6f9eeed8-2349-4567-9bc7-b39d66e866ba" providerId="AD" clId="Web-{76D7F571-D9BD-F041-6E77-5BE8822873E4}" dt="2026-04-14T18:00:38.554" v="204"/>
        <pc:sldMkLst>
          <pc:docMk/>
          <pc:sldMk cId="3156677698" sldId="257"/>
        </pc:sldMkLst>
        <pc:spChg chg="add mod">
          <ac:chgData name="Harrison Hilpert" userId="S::ha491540@ucf.edu::6f9eeed8-2349-4567-9bc7-b39d66e866ba" providerId="AD" clId="Web-{76D7F571-D9BD-F041-6E77-5BE8822873E4}" dt="2026-04-14T18:00:38.554" v="204"/>
          <ac:spMkLst>
            <pc:docMk/>
            <pc:sldMk cId="3156677698" sldId="257"/>
            <ac:spMk id="2" creationId="{168A323E-2F2A-A108-12B6-67814E2024AE}"/>
          </ac:spMkLst>
        </pc:spChg>
        <pc:spChg chg="add mod">
          <ac:chgData name="Harrison Hilpert" userId="S::ha491540@ucf.edu::6f9eeed8-2349-4567-9bc7-b39d66e866ba" providerId="AD" clId="Web-{76D7F571-D9BD-F041-6E77-5BE8822873E4}" dt="2026-04-14T18:00:38.554" v="204"/>
          <ac:spMkLst>
            <pc:docMk/>
            <pc:sldMk cId="3156677698" sldId="257"/>
            <ac:spMk id="3" creationId="{81D42670-8D24-5691-9B0C-FB63608CFCC5}"/>
          </ac:spMkLst>
        </pc:spChg>
      </pc:sldChg>
      <pc:sldChg chg="addSp delSp modSp add del">
        <pc:chgData name="Harrison Hilpert" userId="S::ha491540@ucf.edu::6f9eeed8-2349-4567-9bc7-b39d66e866ba" providerId="AD" clId="Web-{76D7F571-D9BD-F041-6E77-5BE8822873E4}" dt="2026-04-14T18:02:22.743" v="249"/>
        <pc:sldMkLst>
          <pc:docMk/>
          <pc:sldMk cId="2470986236" sldId="258"/>
        </pc:sldMkLst>
        <pc:spChg chg="add mod">
          <ac:chgData name="Harrison Hilpert" userId="S::ha491540@ucf.edu::6f9eeed8-2349-4567-9bc7-b39d66e866ba" providerId="AD" clId="Web-{76D7F571-D9BD-F041-6E77-5BE8822873E4}" dt="2026-04-14T18:00:38.554" v="204"/>
          <ac:spMkLst>
            <pc:docMk/>
            <pc:sldMk cId="2470986236" sldId="258"/>
            <ac:spMk id="4" creationId="{3BC922F3-ED87-9D04-7120-2AF3F84E23CA}"/>
          </ac:spMkLst>
        </pc:spChg>
        <pc:spChg chg="del">
          <ac:chgData name="Harrison Hilpert" userId="S::ha491540@ucf.edu::6f9eeed8-2349-4567-9bc7-b39d66e866ba" providerId="AD" clId="Web-{76D7F571-D9BD-F041-6E77-5BE8822873E4}" dt="2026-04-14T18:01:32.680" v="213"/>
          <ac:spMkLst>
            <pc:docMk/>
            <pc:sldMk cId="2470986236" sldId="258"/>
            <ac:spMk id="5" creationId="{85529E84-D1A4-EF9A-51E8-E150BF020A0E}"/>
          </ac:spMkLst>
        </pc:spChg>
        <pc:spChg chg="add mod">
          <ac:chgData name="Harrison Hilpert" userId="S::ha491540@ucf.edu::6f9eeed8-2349-4567-9bc7-b39d66e866ba" providerId="AD" clId="Web-{76D7F571-D9BD-F041-6E77-5BE8822873E4}" dt="2026-04-14T18:00:38.554" v="204"/>
          <ac:spMkLst>
            <pc:docMk/>
            <pc:sldMk cId="2470986236" sldId="258"/>
            <ac:spMk id="6" creationId="{2C204C0F-F143-1C9D-C874-E407FB42B7D1}"/>
          </ac:spMkLst>
        </pc:spChg>
        <pc:spChg chg="add del">
          <ac:chgData name="Harrison Hilpert" userId="S::ha491540@ucf.edu::6f9eeed8-2349-4567-9bc7-b39d66e866ba" providerId="AD" clId="Web-{76D7F571-D9BD-F041-6E77-5BE8822873E4}" dt="2026-04-14T18:02:22.743" v="249"/>
          <ac:spMkLst>
            <pc:docMk/>
            <pc:sldMk cId="2470986236" sldId="258"/>
            <ac:spMk id="9" creationId="{ED5D0CBC-742A-D86A-5CAE-203039CA713A}"/>
          </ac:spMkLst>
        </pc:spChg>
      </pc:sldChg>
      <pc:sldChg chg="addSp modSp">
        <pc:chgData name="Harrison Hilpert" userId="S::ha491540@ucf.edu::6f9eeed8-2349-4567-9bc7-b39d66e866ba" providerId="AD" clId="Web-{76D7F571-D9BD-F041-6E77-5BE8822873E4}" dt="2026-04-14T18:00:38.554" v="204"/>
        <pc:sldMkLst>
          <pc:docMk/>
          <pc:sldMk cId="4110269551" sldId="259"/>
        </pc:sldMkLst>
        <pc:spChg chg="add mod">
          <ac:chgData name="Harrison Hilpert" userId="S::ha491540@ucf.edu::6f9eeed8-2349-4567-9bc7-b39d66e866ba" providerId="AD" clId="Web-{76D7F571-D9BD-F041-6E77-5BE8822873E4}" dt="2026-04-14T18:00:38.554" v="204"/>
          <ac:spMkLst>
            <pc:docMk/>
            <pc:sldMk cId="4110269551" sldId="259"/>
            <ac:spMk id="4" creationId="{0904D4F0-AC99-4230-C127-65EA378C79E0}"/>
          </ac:spMkLst>
        </pc:spChg>
        <pc:spChg chg="add mod">
          <ac:chgData name="Harrison Hilpert" userId="S::ha491540@ucf.edu::6f9eeed8-2349-4567-9bc7-b39d66e866ba" providerId="AD" clId="Web-{76D7F571-D9BD-F041-6E77-5BE8822873E4}" dt="2026-04-14T18:00:38.554" v="204"/>
          <ac:spMkLst>
            <pc:docMk/>
            <pc:sldMk cId="4110269551" sldId="259"/>
            <ac:spMk id="5" creationId="{63511790-C42D-E8E2-FC86-2DC8628B2661}"/>
          </ac:spMkLst>
        </pc:spChg>
      </pc:sldChg>
      <pc:sldChg chg="addSp modSp ord">
        <pc:chgData name="Harrison Hilpert" userId="S::ha491540@ucf.edu::6f9eeed8-2349-4567-9bc7-b39d66e866ba" providerId="AD" clId="Web-{76D7F571-D9BD-F041-6E77-5BE8822873E4}" dt="2026-04-14T18:02:03.508" v="239"/>
        <pc:sldMkLst>
          <pc:docMk/>
          <pc:sldMk cId="1693606516" sldId="260"/>
        </pc:sldMkLst>
        <pc:spChg chg="add mod">
          <ac:chgData name="Harrison Hilpert" userId="S::ha491540@ucf.edu::6f9eeed8-2349-4567-9bc7-b39d66e866ba" providerId="AD" clId="Web-{76D7F571-D9BD-F041-6E77-5BE8822873E4}" dt="2026-04-14T18:00:38.554" v="204"/>
          <ac:spMkLst>
            <pc:docMk/>
            <pc:sldMk cId="1693606516" sldId="260"/>
            <ac:spMk id="5" creationId="{0A213483-127F-6D01-5B2F-B8BCC1DAE61F}"/>
          </ac:spMkLst>
        </pc:spChg>
        <pc:spChg chg="add mod">
          <ac:chgData name="Harrison Hilpert" userId="S::ha491540@ucf.edu::6f9eeed8-2349-4567-9bc7-b39d66e866ba" providerId="AD" clId="Web-{76D7F571-D9BD-F041-6E77-5BE8822873E4}" dt="2026-04-14T18:00:38.554" v="204"/>
          <ac:spMkLst>
            <pc:docMk/>
            <pc:sldMk cId="1693606516" sldId="260"/>
            <ac:spMk id="6" creationId="{488C695F-ABB6-F782-E0B1-9D21AA1C01CD}"/>
          </ac:spMkLst>
        </pc:spChg>
      </pc:sldChg>
      <pc:sldChg chg="addSp delSp modSp">
        <pc:chgData name="Harrison Hilpert" userId="S::ha491540@ucf.edu::6f9eeed8-2349-4567-9bc7-b39d66e866ba" providerId="AD" clId="Web-{76D7F571-D9BD-F041-6E77-5BE8822873E4}" dt="2026-04-14T18:00:24.569" v="203" actId="20577"/>
        <pc:sldMkLst>
          <pc:docMk/>
          <pc:sldMk cId="2322962747" sldId="261"/>
        </pc:sldMkLst>
        <pc:spChg chg="mod">
          <ac:chgData name="Harrison Hilpert" userId="S::ha491540@ucf.edu::6f9eeed8-2349-4567-9bc7-b39d66e866ba" providerId="AD" clId="Web-{76D7F571-D9BD-F041-6E77-5BE8822873E4}" dt="2026-04-14T17:52:02.428" v="12" actId="20577"/>
          <ac:spMkLst>
            <pc:docMk/>
            <pc:sldMk cId="2322962747" sldId="261"/>
            <ac:spMk id="2" creationId="{7DC678E9-51BD-555A-6E1F-59AAE4DD7C36}"/>
          </ac:spMkLst>
        </pc:spChg>
        <pc:spChg chg="add mod">
          <ac:chgData name="Harrison Hilpert" userId="S::ha491540@ucf.edu::6f9eeed8-2349-4567-9bc7-b39d66e866ba" providerId="AD" clId="Web-{76D7F571-D9BD-F041-6E77-5BE8822873E4}" dt="2026-04-14T18:00:24.569" v="203" actId="20577"/>
          <ac:spMkLst>
            <pc:docMk/>
            <pc:sldMk cId="2322962747" sldId="261"/>
            <ac:spMk id="5" creationId="{4EE50E8C-969B-0101-380C-081418D63B67}"/>
          </ac:spMkLst>
        </pc:spChg>
        <pc:spChg chg="add del mod">
          <ac:chgData name="Harrison Hilpert" userId="S::ha491540@ucf.edu::6f9eeed8-2349-4567-9bc7-b39d66e866ba" providerId="AD" clId="Web-{76D7F571-D9BD-F041-6E77-5BE8822873E4}" dt="2026-04-14T17:58:17.319" v="190"/>
          <ac:spMkLst>
            <pc:docMk/>
            <pc:sldMk cId="2322962747" sldId="261"/>
            <ac:spMk id="6" creationId="{EBA3448C-50F0-7A4B-EB72-D29B07AE492E}"/>
          </ac:spMkLst>
        </pc:spChg>
        <pc:spChg chg="add mod">
          <ac:chgData name="Harrison Hilpert" userId="S::ha491540@ucf.edu::6f9eeed8-2349-4567-9bc7-b39d66e866ba" providerId="AD" clId="Web-{76D7F571-D9BD-F041-6E77-5BE8822873E4}" dt="2026-04-14T17:59:35.007" v="202" actId="20577"/>
          <ac:spMkLst>
            <pc:docMk/>
            <pc:sldMk cId="2322962747" sldId="261"/>
            <ac:spMk id="7" creationId="{E565655D-0B19-A25C-F6F5-163FD683F5EF}"/>
          </ac:spMkLst>
        </pc:spChg>
        <pc:spChg chg="del">
          <ac:chgData name="Harrison Hilpert" userId="S::ha491540@ucf.edu::6f9eeed8-2349-4567-9bc7-b39d66e866ba" providerId="AD" clId="Web-{76D7F571-D9BD-F041-6E77-5BE8822873E4}" dt="2026-04-14T17:58:36.663" v="194"/>
          <ac:spMkLst>
            <pc:docMk/>
            <pc:sldMk cId="2322962747" sldId="261"/>
            <ac:spMk id="8" creationId="{10F3D062-D85C-BDCA-945A-2A6680055EB6}"/>
          </ac:spMkLst>
        </pc:spChg>
        <pc:spChg chg="add mod">
          <ac:chgData name="Harrison Hilpert" userId="S::ha491540@ucf.edu::6f9eeed8-2349-4567-9bc7-b39d66e866ba" providerId="AD" clId="Web-{76D7F571-D9BD-F041-6E77-5BE8822873E4}" dt="2026-04-14T17:59:02.835" v="199" actId="1076"/>
          <ac:spMkLst>
            <pc:docMk/>
            <pc:sldMk cId="2322962747" sldId="261"/>
            <ac:spMk id="9" creationId="{B6FDED89-5007-1E8C-D3C1-23C74C6057C5}"/>
          </ac:spMkLst>
        </pc:spChg>
      </pc:sldChg>
      <pc:sldChg chg="addSp delSp modSp">
        <pc:chgData name="Harrison Hilpert" userId="S::ha491540@ucf.edu::6f9eeed8-2349-4567-9bc7-b39d66e866ba" providerId="AD" clId="Web-{76D7F571-D9BD-F041-6E77-5BE8822873E4}" dt="2026-04-14T18:01:14.289" v="208"/>
        <pc:sldMkLst>
          <pc:docMk/>
          <pc:sldMk cId="472525318" sldId="262"/>
        </pc:sldMkLst>
        <pc:spChg chg="add mod">
          <ac:chgData name="Harrison Hilpert" userId="S::ha491540@ucf.edu::6f9eeed8-2349-4567-9bc7-b39d66e866ba" providerId="AD" clId="Web-{76D7F571-D9BD-F041-6E77-5BE8822873E4}" dt="2026-04-14T18:00:38.554" v="204"/>
          <ac:spMkLst>
            <pc:docMk/>
            <pc:sldMk cId="472525318" sldId="262"/>
            <ac:spMk id="4" creationId="{5B3DD843-F251-D258-0654-E14506C88C96}"/>
          </ac:spMkLst>
        </pc:spChg>
        <pc:spChg chg="add mod">
          <ac:chgData name="Harrison Hilpert" userId="S::ha491540@ucf.edu::6f9eeed8-2349-4567-9bc7-b39d66e866ba" providerId="AD" clId="Web-{76D7F571-D9BD-F041-6E77-5BE8822873E4}" dt="2026-04-14T18:00:38.554" v="204"/>
          <ac:spMkLst>
            <pc:docMk/>
            <pc:sldMk cId="472525318" sldId="262"/>
            <ac:spMk id="5" creationId="{D08F168C-CA58-4206-50F2-ACCDCB7B3CB9}"/>
          </ac:spMkLst>
        </pc:spChg>
        <pc:spChg chg="del mod">
          <ac:chgData name="Harrison Hilpert" userId="S::ha491540@ucf.edu::6f9eeed8-2349-4567-9bc7-b39d66e866ba" providerId="AD" clId="Web-{76D7F571-D9BD-F041-6E77-5BE8822873E4}" dt="2026-04-14T18:01:14.289" v="208"/>
          <ac:spMkLst>
            <pc:docMk/>
            <pc:sldMk cId="472525318" sldId="262"/>
            <ac:spMk id="8" creationId="{990F79D6-DF44-2642-864A-C82B3EF68978}"/>
          </ac:spMkLst>
        </pc:spChg>
      </pc:sldChg>
      <pc:sldChg chg="add del replId">
        <pc:chgData name="Harrison Hilpert" userId="S::ha491540@ucf.edu::6f9eeed8-2349-4567-9bc7-b39d66e866ba" providerId="AD" clId="Web-{76D7F571-D9BD-F041-6E77-5BE8822873E4}" dt="2026-04-14T18:01:24.195" v="211"/>
        <pc:sldMkLst>
          <pc:docMk/>
          <pc:sldMk cId="215802551" sldId="263"/>
        </pc:sldMkLst>
      </pc:sldChg>
      <pc:sldChg chg="addSp delSp modSp add ord replId">
        <pc:chgData name="Harrison Hilpert" userId="S::ha491540@ucf.edu::6f9eeed8-2349-4567-9bc7-b39d66e866ba" providerId="AD" clId="Web-{76D7F571-D9BD-F041-6E77-5BE8822873E4}" dt="2026-04-14T18:02:07.555" v="246" actId="20577"/>
        <pc:sldMkLst>
          <pc:docMk/>
          <pc:sldMk cId="3848584384" sldId="263"/>
        </pc:sldMkLst>
        <pc:spChg chg="mod">
          <ac:chgData name="Harrison Hilpert" userId="S::ha491540@ucf.edu::6f9eeed8-2349-4567-9bc7-b39d66e866ba" providerId="AD" clId="Web-{76D7F571-D9BD-F041-6E77-5BE8822873E4}" dt="2026-04-14T18:02:07.555" v="246" actId="20577"/>
          <ac:spMkLst>
            <pc:docMk/>
            <pc:sldMk cId="3848584384" sldId="263"/>
            <ac:spMk id="2" creationId="{84F7BD75-493F-07FA-48AB-72CF558FA4D2}"/>
          </ac:spMkLst>
        </pc:spChg>
        <pc:spChg chg="add del mod">
          <ac:chgData name="Harrison Hilpert" userId="S::ha491540@ucf.edu::6f9eeed8-2349-4567-9bc7-b39d66e866ba" providerId="AD" clId="Web-{76D7F571-D9BD-F041-6E77-5BE8822873E4}" dt="2026-04-14T18:01:57.070" v="237"/>
          <ac:spMkLst>
            <pc:docMk/>
            <pc:sldMk cId="3848584384" sldId="263"/>
            <ac:spMk id="6" creationId="{D07AF547-D430-0CA6-6531-60A9329FD508}"/>
          </ac:spMkLst>
        </pc:spChg>
      </pc:sldChg>
      <pc:sldMasterChg chg="modSp mod modSldLayout">
        <pc:chgData name="Harrison Hilpert" userId="S::ha491540@ucf.edu::6f9eeed8-2349-4567-9bc7-b39d66e866ba" providerId="AD" clId="Web-{76D7F571-D9BD-F041-6E77-5BE8822873E4}" dt="2026-04-14T18:00:44.695" v="205"/>
        <pc:sldMasterMkLst>
          <pc:docMk/>
          <pc:sldMasterMk cId="4263482562" sldId="2147483648"/>
        </pc:sldMasterMkLst>
        <pc:spChg chg="mod">
          <ac:chgData name="Harrison Hilpert" userId="S::ha491540@ucf.edu::6f9eeed8-2349-4567-9bc7-b39d66e866ba" providerId="AD" clId="Web-{76D7F571-D9BD-F041-6E77-5BE8822873E4}" dt="2026-04-14T18:00:38.554" v="204"/>
          <ac:spMkLst>
            <pc:docMk/>
            <pc:sldMasterMk cId="4263482562" sldId="2147483648"/>
            <ac:spMk id="5" creationId="{823C663A-1DAC-7004-9190-8A5D72C455B5}"/>
          </ac:spMkLst>
        </pc:spChg>
        <pc:sldLayoutChg chg="modSp mod">
          <pc:chgData name="Harrison Hilpert" userId="S::ha491540@ucf.edu::6f9eeed8-2349-4567-9bc7-b39d66e866ba" providerId="AD" clId="Web-{76D7F571-D9BD-F041-6E77-5BE8822873E4}" dt="2026-04-14T18:00:44.695" v="205"/>
          <pc:sldLayoutMkLst>
            <pc:docMk/>
            <pc:sldMasterMk cId="4263482562" sldId="2147483648"/>
            <pc:sldLayoutMk cId="3960173233" sldId="2147483649"/>
          </pc:sldLayoutMkLst>
          <pc:spChg chg="mod">
            <ac:chgData name="Harrison Hilpert" userId="S::ha491540@ucf.edu::6f9eeed8-2349-4567-9bc7-b39d66e866ba" providerId="AD" clId="Web-{76D7F571-D9BD-F041-6E77-5BE8822873E4}" dt="2026-04-14T18:00:38.554" v="204"/>
            <ac:spMkLst>
              <pc:docMk/>
              <pc:sldMasterMk cId="4263482562" sldId="2147483648"/>
              <pc:sldLayoutMk cId="3960173233" sldId="2147483649"/>
              <ac:spMk id="5" creationId="{15787006-CA44-71D9-8590-98CAAEC78C09}"/>
            </ac:spMkLst>
          </pc:spChg>
        </pc:sldLayoutChg>
        <pc:sldLayoutChg chg="modSp mod">
          <pc:chgData name="Harrison Hilpert" userId="S::ha491540@ucf.edu::6f9eeed8-2349-4567-9bc7-b39d66e866ba" providerId="AD" clId="Web-{76D7F571-D9BD-F041-6E77-5BE8822873E4}" dt="2026-04-14T18:00:44.695" v="205"/>
          <pc:sldLayoutMkLst>
            <pc:docMk/>
            <pc:sldMasterMk cId="4263482562" sldId="2147483648"/>
            <pc:sldLayoutMk cId="3250197685" sldId="2147483650"/>
          </pc:sldLayoutMkLst>
          <pc:spChg chg="mod">
            <ac:chgData name="Harrison Hilpert" userId="S::ha491540@ucf.edu::6f9eeed8-2349-4567-9bc7-b39d66e866ba" providerId="AD" clId="Web-{76D7F571-D9BD-F041-6E77-5BE8822873E4}" dt="2026-04-14T18:00:38.554" v="204"/>
            <ac:spMkLst>
              <pc:docMk/>
              <pc:sldMasterMk cId="4263482562" sldId="2147483648"/>
              <pc:sldLayoutMk cId="3250197685" sldId="2147483650"/>
              <ac:spMk id="5" creationId="{5FF25FB5-3D54-4E7C-7807-0DE14BD3396E}"/>
            </ac:spMkLst>
          </pc:spChg>
        </pc:sldLayoutChg>
        <pc:sldLayoutChg chg="modSp mod">
          <pc:chgData name="Harrison Hilpert" userId="S::ha491540@ucf.edu::6f9eeed8-2349-4567-9bc7-b39d66e866ba" providerId="AD" clId="Web-{76D7F571-D9BD-F041-6E77-5BE8822873E4}" dt="2026-04-14T18:00:44.695" v="205"/>
          <pc:sldLayoutMkLst>
            <pc:docMk/>
            <pc:sldMasterMk cId="4263482562" sldId="2147483648"/>
            <pc:sldLayoutMk cId="203775794" sldId="2147483651"/>
          </pc:sldLayoutMkLst>
          <pc:spChg chg="mod">
            <ac:chgData name="Harrison Hilpert" userId="S::ha491540@ucf.edu::6f9eeed8-2349-4567-9bc7-b39d66e866ba" providerId="AD" clId="Web-{76D7F571-D9BD-F041-6E77-5BE8822873E4}" dt="2026-04-14T18:00:38.554" v="204"/>
            <ac:spMkLst>
              <pc:docMk/>
              <pc:sldMasterMk cId="4263482562" sldId="2147483648"/>
              <pc:sldLayoutMk cId="203775794" sldId="2147483651"/>
              <ac:spMk id="5" creationId="{FAF3642B-9A62-10AD-A541-67C627A839FF}"/>
            </ac:spMkLst>
          </pc:spChg>
        </pc:sldLayoutChg>
        <pc:sldLayoutChg chg="modSp mod">
          <pc:chgData name="Harrison Hilpert" userId="S::ha491540@ucf.edu::6f9eeed8-2349-4567-9bc7-b39d66e866ba" providerId="AD" clId="Web-{76D7F571-D9BD-F041-6E77-5BE8822873E4}" dt="2026-04-14T18:00:44.695" v="205"/>
          <pc:sldLayoutMkLst>
            <pc:docMk/>
            <pc:sldMasterMk cId="4263482562" sldId="2147483648"/>
            <pc:sldLayoutMk cId="784269907" sldId="2147483652"/>
          </pc:sldLayoutMkLst>
          <pc:spChg chg="mod">
            <ac:chgData name="Harrison Hilpert" userId="S::ha491540@ucf.edu::6f9eeed8-2349-4567-9bc7-b39d66e866ba" providerId="AD" clId="Web-{76D7F571-D9BD-F041-6E77-5BE8822873E4}" dt="2026-04-14T18:00:38.554" v="204"/>
            <ac:spMkLst>
              <pc:docMk/>
              <pc:sldMasterMk cId="4263482562" sldId="2147483648"/>
              <pc:sldLayoutMk cId="784269907" sldId="2147483652"/>
              <ac:spMk id="6" creationId="{511BEC7B-7A66-02A0-7629-0112F45DD41B}"/>
            </ac:spMkLst>
          </pc:spChg>
        </pc:sldLayoutChg>
        <pc:sldLayoutChg chg="modSp mod">
          <pc:chgData name="Harrison Hilpert" userId="S::ha491540@ucf.edu::6f9eeed8-2349-4567-9bc7-b39d66e866ba" providerId="AD" clId="Web-{76D7F571-D9BD-F041-6E77-5BE8822873E4}" dt="2026-04-14T18:00:44.695" v="205"/>
          <pc:sldLayoutMkLst>
            <pc:docMk/>
            <pc:sldMasterMk cId="4263482562" sldId="2147483648"/>
            <pc:sldLayoutMk cId="3385697409" sldId="2147483653"/>
          </pc:sldLayoutMkLst>
          <pc:spChg chg="mod">
            <ac:chgData name="Harrison Hilpert" userId="S::ha491540@ucf.edu::6f9eeed8-2349-4567-9bc7-b39d66e866ba" providerId="AD" clId="Web-{76D7F571-D9BD-F041-6E77-5BE8822873E4}" dt="2026-04-14T18:00:38.554" v="204"/>
            <ac:spMkLst>
              <pc:docMk/>
              <pc:sldMasterMk cId="4263482562" sldId="2147483648"/>
              <pc:sldLayoutMk cId="3385697409" sldId="2147483653"/>
              <ac:spMk id="8" creationId="{F3665D53-FE7C-42EF-DE75-8C8805FFEA09}"/>
            </ac:spMkLst>
          </pc:spChg>
        </pc:sldLayoutChg>
        <pc:sldLayoutChg chg="modSp mod">
          <pc:chgData name="Harrison Hilpert" userId="S::ha491540@ucf.edu::6f9eeed8-2349-4567-9bc7-b39d66e866ba" providerId="AD" clId="Web-{76D7F571-D9BD-F041-6E77-5BE8822873E4}" dt="2026-04-14T18:00:44.695" v="205"/>
          <pc:sldLayoutMkLst>
            <pc:docMk/>
            <pc:sldMasterMk cId="4263482562" sldId="2147483648"/>
            <pc:sldLayoutMk cId="555629976" sldId="2147483654"/>
          </pc:sldLayoutMkLst>
          <pc:spChg chg="mod">
            <ac:chgData name="Harrison Hilpert" userId="S::ha491540@ucf.edu::6f9eeed8-2349-4567-9bc7-b39d66e866ba" providerId="AD" clId="Web-{76D7F571-D9BD-F041-6E77-5BE8822873E4}" dt="2026-04-14T18:00:38.554" v="204"/>
            <ac:spMkLst>
              <pc:docMk/>
              <pc:sldMasterMk cId="4263482562" sldId="2147483648"/>
              <pc:sldLayoutMk cId="555629976" sldId="2147483654"/>
              <ac:spMk id="4" creationId="{6AE94716-24C7-D34B-8563-26D9B1FF110A}"/>
            </ac:spMkLst>
          </pc:spChg>
        </pc:sldLayoutChg>
        <pc:sldLayoutChg chg="modSp mod">
          <pc:chgData name="Harrison Hilpert" userId="S::ha491540@ucf.edu::6f9eeed8-2349-4567-9bc7-b39d66e866ba" providerId="AD" clId="Web-{76D7F571-D9BD-F041-6E77-5BE8822873E4}" dt="2026-04-14T18:00:44.695" v="205"/>
          <pc:sldLayoutMkLst>
            <pc:docMk/>
            <pc:sldMasterMk cId="4263482562" sldId="2147483648"/>
            <pc:sldLayoutMk cId="324852231" sldId="2147483655"/>
          </pc:sldLayoutMkLst>
          <pc:spChg chg="mod">
            <ac:chgData name="Harrison Hilpert" userId="S::ha491540@ucf.edu::6f9eeed8-2349-4567-9bc7-b39d66e866ba" providerId="AD" clId="Web-{76D7F571-D9BD-F041-6E77-5BE8822873E4}" dt="2026-04-14T18:00:38.554" v="204"/>
            <ac:spMkLst>
              <pc:docMk/>
              <pc:sldMasterMk cId="4263482562" sldId="2147483648"/>
              <pc:sldLayoutMk cId="324852231" sldId="2147483655"/>
              <ac:spMk id="3" creationId="{150CE194-5A8C-596C-CCCE-C8E4E494C664}"/>
            </ac:spMkLst>
          </pc:spChg>
        </pc:sldLayoutChg>
        <pc:sldLayoutChg chg="modSp mod">
          <pc:chgData name="Harrison Hilpert" userId="S::ha491540@ucf.edu::6f9eeed8-2349-4567-9bc7-b39d66e866ba" providerId="AD" clId="Web-{76D7F571-D9BD-F041-6E77-5BE8822873E4}" dt="2026-04-14T18:00:44.695" v="205"/>
          <pc:sldLayoutMkLst>
            <pc:docMk/>
            <pc:sldMasterMk cId="4263482562" sldId="2147483648"/>
            <pc:sldLayoutMk cId="1182213070" sldId="2147483656"/>
          </pc:sldLayoutMkLst>
          <pc:spChg chg="mod">
            <ac:chgData name="Harrison Hilpert" userId="S::ha491540@ucf.edu::6f9eeed8-2349-4567-9bc7-b39d66e866ba" providerId="AD" clId="Web-{76D7F571-D9BD-F041-6E77-5BE8822873E4}" dt="2026-04-14T18:00:38.554" v="204"/>
            <ac:spMkLst>
              <pc:docMk/>
              <pc:sldMasterMk cId="4263482562" sldId="2147483648"/>
              <pc:sldLayoutMk cId="1182213070" sldId="2147483656"/>
              <ac:spMk id="6" creationId="{580B9915-FD11-F9A8-FFD4-06329DC90EA6}"/>
            </ac:spMkLst>
          </pc:spChg>
        </pc:sldLayoutChg>
        <pc:sldLayoutChg chg="modSp mod">
          <pc:chgData name="Harrison Hilpert" userId="S::ha491540@ucf.edu::6f9eeed8-2349-4567-9bc7-b39d66e866ba" providerId="AD" clId="Web-{76D7F571-D9BD-F041-6E77-5BE8822873E4}" dt="2026-04-14T18:00:44.695" v="205"/>
          <pc:sldLayoutMkLst>
            <pc:docMk/>
            <pc:sldMasterMk cId="4263482562" sldId="2147483648"/>
            <pc:sldLayoutMk cId="3571042670" sldId="2147483657"/>
          </pc:sldLayoutMkLst>
          <pc:spChg chg="mod">
            <ac:chgData name="Harrison Hilpert" userId="S::ha491540@ucf.edu::6f9eeed8-2349-4567-9bc7-b39d66e866ba" providerId="AD" clId="Web-{76D7F571-D9BD-F041-6E77-5BE8822873E4}" dt="2026-04-14T18:00:38.554" v="204"/>
            <ac:spMkLst>
              <pc:docMk/>
              <pc:sldMasterMk cId="4263482562" sldId="2147483648"/>
              <pc:sldLayoutMk cId="3571042670" sldId="2147483657"/>
              <ac:spMk id="6" creationId="{BF1E092A-F260-4F52-E086-D3A5AE905EB7}"/>
            </ac:spMkLst>
          </pc:spChg>
        </pc:sldLayoutChg>
        <pc:sldLayoutChg chg="modSp mod">
          <pc:chgData name="Harrison Hilpert" userId="S::ha491540@ucf.edu::6f9eeed8-2349-4567-9bc7-b39d66e866ba" providerId="AD" clId="Web-{76D7F571-D9BD-F041-6E77-5BE8822873E4}" dt="2026-04-14T18:00:44.695" v="205"/>
          <pc:sldLayoutMkLst>
            <pc:docMk/>
            <pc:sldMasterMk cId="4263482562" sldId="2147483648"/>
            <pc:sldLayoutMk cId="351316147" sldId="2147483658"/>
          </pc:sldLayoutMkLst>
          <pc:spChg chg="mod">
            <ac:chgData name="Harrison Hilpert" userId="S::ha491540@ucf.edu::6f9eeed8-2349-4567-9bc7-b39d66e866ba" providerId="AD" clId="Web-{76D7F571-D9BD-F041-6E77-5BE8822873E4}" dt="2026-04-14T18:00:38.554" v="204"/>
            <ac:spMkLst>
              <pc:docMk/>
              <pc:sldMasterMk cId="4263482562" sldId="2147483648"/>
              <pc:sldLayoutMk cId="351316147" sldId="2147483658"/>
              <ac:spMk id="5" creationId="{1FD90DF3-2DA9-41D5-7B63-0A2E9CA708ED}"/>
            </ac:spMkLst>
          </pc:spChg>
        </pc:sldLayoutChg>
        <pc:sldLayoutChg chg="modSp mod">
          <pc:chgData name="Harrison Hilpert" userId="S::ha491540@ucf.edu::6f9eeed8-2349-4567-9bc7-b39d66e866ba" providerId="AD" clId="Web-{76D7F571-D9BD-F041-6E77-5BE8822873E4}" dt="2026-04-14T18:00:44.695" v="205"/>
          <pc:sldLayoutMkLst>
            <pc:docMk/>
            <pc:sldMasterMk cId="4263482562" sldId="2147483648"/>
            <pc:sldLayoutMk cId="673349432" sldId="2147483659"/>
          </pc:sldLayoutMkLst>
          <pc:spChg chg="mod">
            <ac:chgData name="Harrison Hilpert" userId="S::ha491540@ucf.edu::6f9eeed8-2349-4567-9bc7-b39d66e866ba" providerId="AD" clId="Web-{76D7F571-D9BD-F041-6E77-5BE8822873E4}" dt="2026-04-14T18:00:38.554" v="204"/>
            <ac:spMkLst>
              <pc:docMk/>
              <pc:sldMasterMk cId="4263482562" sldId="2147483648"/>
              <pc:sldLayoutMk cId="673349432" sldId="2147483659"/>
              <ac:spMk id="5" creationId="{CFE17F66-20D3-BA2C-67EB-110A3837DD45}"/>
            </ac:spMkLst>
          </pc:spChg>
        </pc:sldLayoutChg>
      </pc:sldMasterChg>
    </pc:docChg>
  </pc:docChgLst>
  <pc:docChgLst>
    <pc:chgData name="Harrison Hilpert" userId="S::ha491540@ucf.edu::6f9eeed8-2349-4567-9bc7-b39d66e866ba" providerId="AD" clId="Web-{3D210690-029C-5A2C-99A0-E9E392D317C2}"/>
    <pc:docChg chg="addSld modSld sldOrd modSection">
      <pc:chgData name="Harrison Hilpert" userId="S::ha491540@ucf.edu::6f9eeed8-2349-4567-9bc7-b39d66e866ba" providerId="AD" clId="Web-{3D210690-029C-5A2C-99A0-E9E392D317C2}" dt="2026-04-14T21:36:53.298" v="763" actId="20577"/>
      <pc:docMkLst>
        <pc:docMk/>
      </pc:docMkLst>
      <pc:sldChg chg="addSp modSp">
        <pc:chgData name="Harrison Hilpert" userId="S::ha491540@ucf.edu::6f9eeed8-2349-4567-9bc7-b39d66e866ba" providerId="AD" clId="Web-{3D210690-029C-5A2C-99A0-E9E392D317C2}" dt="2026-04-14T21:16:44.291" v="59" actId="1076"/>
        <pc:sldMkLst>
          <pc:docMk/>
          <pc:sldMk cId="2798476554" sldId="279"/>
        </pc:sldMkLst>
        <pc:spChg chg="mod">
          <ac:chgData name="Harrison Hilpert" userId="S::ha491540@ucf.edu::6f9eeed8-2349-4567-9bc7-b39d66e866ba" providerId="AD" clId="Web-{3D210690-029C-5A2C-99A0-E9E392D317C2}" dt="2026-04-14T21:06:23.264" v="3" actId="20577"/>
          <ac:spMkLst>
            <pc:docMk/>
            <pc:sldMk cId="2798476554" sldId="279"/>
            <ac:spMk id="2" creationId="{F2F10F85-E2CF-9596-5C76-0BD7B29D32E3}"/>
          </ac:spMkLst>
        </pc:spChg>
        <pc:spChg chg="add mod">
          <ac:chgData name="Harrison Hilpert" userId="S::ha491540@ucf.edu::6f9eeed8-2349-4567-9bc7-b39d66e866ba" providerId="AD" clId="Web-{3D210690-029C-5A2C-99A0-E9E392D317C2}" dt="2026-04-14T21:16:44.291" v="59" actId="1076"/>
          <ac:spMkLst>
            <pc:docMk/>
            <pc:sldMk cId="2798476554" sldId="279"/>
            <ac:spMk id="7" creationId="{E3940758-803B-41BF-958C-73198417157A}"/>
          </ac:spMkLst>
        </pc:spChg>
        <pc:picChg chg="add mod modCrop">
          <ac:chgData name="Harrison Hilpert" userId="S::ha491540@ucf.edu::6f9eeed8-2349-4567-9bc7-b39d66e866ba" providerId="AD" clId="Web-{3D210690-029C-5A2C-99A0-E9E392D317C2}" dt="2026-04-14T21:14:39.777" v="39" actId="1076"/>
          <ac:picMkLst>
            <pc:docMk/>
            <pc:sldMk cId="2798476554" sldId="279"/>
            <ac:picMk id="8" creationId="{64EB6147-6D5E-F092-4AF8-B9D02324D0B7}"/>
          </ac:picMkLst>
        </pc:picChg>
      </pc:sldChg>
      <pc:sldChg chg="addSp modSp">
        <pc:chgData name="Harrison Hilpert" userId="S::ha491540@ucf.edu::6f9eeed8-2349-4567-9bc7-b39d66e866ba" providerId="AD" clId="Web-{3D210690-029C-5A2C-99A0-E9E392D317C2}" dt="2026-04-14T21:17:08.666" v="85" actId="20577"/>
        <pc:sldMkLst>
          <pc:docMk/>
          <pc:sldMk cId="287480497" sldId="280"/>
        </pc:sldMkLst>
        <pc:spChg chg="mod">
          <ac:chgData name="Harrison Hilpert" userId="S::ha491540@ucf.edu::6f9eeed8-2349-4567-9bc7-b39d66e866ba" providerId="AD" clId="Web-{3D210690-029C-5A2C-99A0-E9E392D317C2}" dt="2026-04-14T21:15:02.824" v="49" actId="20577"/>
          <ac:spMkLst>
            <pc:docMk/>
            <pc:sldMk cId="287480497" sldId="280"/>
            <ac:spMk id="2" creationId="{0FEBE172-E291-6447-F773-0BCD305B0385}"/>
          </ac:spMkLst>
        </pc:spChg>
        <pc:spChg chg="add mod">
          <ac:chgData name="Harrison Hilpert" userId="S::ha491540@ucf.edu::6f9eeed8-2349-4567-9bc7-b39d66e866ba" providerId="AD" clId="Web-{3D210690-029C-5A2C-99A0-E9E392D317C2}" dt="2026-04-14T21:17:08.666" v="85" actId="20577"/>
          <ac:spMkLst>
            <pc:docMk/>
            <pc:sldMk cId="287480497" sldId="280"/>
            <ac:spMk id="8" creationId="{F6927865-7BFC-3995-52F2-6C65F96EC0A4}"/>
          </ac:spMkLst>
        </pc:spChg>
        <pc:picChg chg="add mod modCrop">
          <ac:chgData name="Harrison Hilpert" userId="S::ha491540@ucf.edu::6f9eeed8-2349-4567-9bc7-b39d66e866ba" providerId="AD" clId="Web-{3D210690-029C-5A2C-99A0-E9E392D317C2}" dt="2026-04-14T21:16:23.244" v="53" actId="1076"/>
          <ac:picMkLst>
            <pc:docMk/>
            <pc:sldMk cId="287480497" sldId="280"/>
            <ac:picMk id="6" creationId="{B71D8122-3DD9-87BC-8263-1BCA78CC4E88}"/>
          </ac:picMkLst>
        </pc:picChg>
      </pc:sldChg>
      <pc:sldChg chg="addSp delSp modSp add replId">
        <pc:chgData name="Harrison Hilpert" userId="S::ha491540@ucf.edu::6f9eeed8-2349-4567-9bc7-b39d66e866ba" providerId="AD" clId="Web-{3D210690-029C-5A2C-99A0-E9E392D317C2}" dt="2026-04-14T21:27:44.538" v="152" actId="1076"/>
        <pc:sldMkLst>
          <pc:docMk/>
          <pc:sldMk cId="3605144917" sldId="281"/>
        </pc:sldMkLst>
        <pc:spChg chg="mod">
          <ac:chgData name="Harrison Hilpert" userId="S::ha491540@ucf.edu::6f9eeed8-2349-4567-9bc7-b39d66e866ba" providerId="AD" clId="Web-{3D210690-029C-5A2C-99A0-E9E392D317C2}" dt="2026-04-14T21:18:47.446" v="91" actId="20577"/>
          <ac:spMkLst>
            <pc:docMk/>
            <pc:sldMk cId="3605144917" sldId="281"/>
            <ac:spMk id="2" creationId="{A96D33F6-DB95-613E-F136-EA1A669AB973}"/>
          </ac:spMkLst>
        </pc:spChg>
        <pc:spChg chg="mod">
          <ac:chgData name="Harrison Hilpert" userId="S::ha491540@ucf.edu::6f9eeed8-2349-4567-9bc7-b39d66e866ba" providerId="AD" clId="Web-{3D210690-029C-5A2C-99A0-E9E392D317C2}" dt="2026-04-14T21:19:09.665" v="146" actId="20577"/>
          <ac:spMkLst>
            <pc:docMk/>
            <pc:sldMk cId="3605144917" sldId="281"/>
            <ac:spMk id="8" creationId="{3E69E3BF-A40A-F2D6-FB33-2F7D2884C043}"/>
          </ac:spMkLst>
        </pc:spChg>
        <pc:picChg chg="del mod">
          <ac:chgData name="Harrison Hilpert" userId="S::ha491540@ucf.edu::6f9eeed8-2349-4567-9bc7-b39d66e866ba" providerId="AD" clId="Web-{3D210690-029C-5A2C-99A0-E9E392D317C2}" dt="2026-04-14T21:27:15.398" v="148"/>
          <ac:picMkLst>
            <pc:docMk/>
            <pc:sldMk cId="3605144917" sldId="281"/>
            <ac:picMk id="6" creationId="{EA132F2C-EDC9-F96D-4CB9-3BE887A4D0D7}"/>
          </ac:picMkLst>
        </pc:picChg>
        <pc:picChg chg="add mod modCrop">
          <ac:chgData name="Harrison Hilpert" userId="S::ha491540@ucf.edu::6f9eeed8-2349-4567-9bc7-b39d66e866ba" providerId="AD" clId="Web-{3D210690-029C-5A2C-99A0-E9E392D317C2}" dt="2026-04-14T21:27:44.538" v="152" actId="1076"/>
          <ac:picMkLst>
            <pc:docMk/>
            <pc:sldMk cId="3605144917" sldId="281"/>
            <ac:picMk id="7" creationId="{796B233B-9576-BC33-256D-B8884A66475E}"/>
          </ac:picMkLst>
        </pc:picChg>
      </pc:sldChg>
      <pc:sldChg chg="addSp delSp modSp add replId">
        <pc:chgData name="Harrison Hilpert" userId="S::ha491540@ucf.edu::6f9eeed8-2349-4567-9bc7-b39d66e866ba" providerId="AD" clId="Web-{3D210690-029C-5A2C-99A0-E9E392D317C2}" dt="2026-04-14T21:28:25.585" v="189" actId="1076"/>
        <pc:sldMkLst>
          <pc:docMk/>
          <pc:sldMk cId="772545615" sldId="282"/>
        </pc:sldMkLst>
        <pc:spChg chg="mod">
          <ac:chgData name="Harrison Hilpert" userId="S::ha491540@ucf.edu::6f9eeed8-2349-4567-9bc7-b39d66e866ba" providerId="AD" clId="Web-{3D210690-029C-5A2C-99A0-E9E392D317C2}" dt="2026-04-14T21:28:00.991" v="182" actId="20577"/>
          <ac:spMkLst>
            <pc:docMk/>
            <pc:sldMk cId="772545615" sldId="282"/>
            <ac:spMk id="8" creationId="{23978A10-6C33-0FEE-FADC-91623E0F3459}"/>
          </ac:spMkLst>
        </pc:spChg>
        <pc:picChg chg="add mod modCrop">
          <ac:chgData name="Harrison Hilpert" userId="S::ha491540@ucf.edu::6f9eeed8-2349-4567-9bc7-b39d66e866ba" providerId="AD" clId="Web-{3D210690-029C-5A2C-99A0-E9E392D317C2}" dt="2026-04-14T21:28:25.585" v="189" actId="1076"/>
          <ac:picMkLst>
            <pc:docMk/>
            <pc:sldMk cId="772545615" sldId="282"/>
            <ac:picMk id="6" creationId="{041EA6CC-3CF7-2128-D6C8-C12213AB772E}"/>
          </ac:picMkLst>
        </pc:picChg>
        <pc:picChg chg="del">
          <ac:chgData name="Harrison Hilpert" userId="S::ha491540@ucf.edu::6f9eeed8-2349-4567-9bc7-b39d66e866ba" providerId="AD" clId="Web-{3D210690-029C-5A2C-99A0-E9E392D317C2}" dt="2026-04-14T21:28:02.351" v="183"/>
          <ac:picMkLst>
            <pc:docMk/>
            <pc:sldMk cId="772545615" sldId="282"/>
            <ac:picMk id="7" creationId="{1F48D4E5-D248-27D8-CA3A-A49F705BAB0D}"/>
          </ac:picMkLst>
        </pc:picChg>
      </pc:sldChg>
      <pc:sldChg chg="modSp add replId">
        <pc:chgData name="Harrison Hilpert" userId="S::ha491540@ucf.edu::6f9eeed8-2349-4567-9bc7-b39d66e866ba" providerId="AD" clId="Web-{3D210690-029C-5A2C-99A0-E9E392D317C2}" dt="2026-04-14T21:30:33.990" v="338" actId="20577"/>
        <pc:sldMkLst>
          <pc:docMk/>
          <pc:sldMk cId="3091012071" sldId="283"/>
        </pc:sldMkLst>
        <pc:spChg chg="mod">
          <ac:chgData name="Harrison Hilpert" userId="S::ha491540@ucf.edu::6f9eeed8-2349-4567-9bc7-b39d66e866ba" providerId="AD" clId="Web-{3D210690-029C-5A2C-99A0-E9E392D317C2}" dt="2026-04-14T21:28:39.913" v="195" actId="20577"/>
          <ac:spMkLst>
            <pc:docMk/>
            <pc:sldMk cId="3091012071" sldId="283"/>
            <ac:spMk id="2" creationId="{63AFB1FF-993E-A3DE-43B2-8F4FBEF9D482}"/>
          </ac:spMkLst>
        </pc:spChg>
        <pc:spChg chg="mod">
          <ac:chgData name="Harrison Hilpert" userId="S::ha491540@ucf.edu::6f9eeed8-2349-4567-9bc7-b39d66e866ba" providerId="AD" clId="Web-{3D210690-029C-5A2C-99A0-E9E392D317C2}" dt="2026-04-14T21:30:33.990" v="338" actId="20577"/>
          <ac:spMkLst>
            <pc:docMk/>
            <pc:sldMk cId="3091012071" sldId="283"/>
            <ac:spMk id="5" creationId="{243D2564-5AAB-42D3-D46D-603CAA4FD028}"/>
          </ac:spMkLst>
        </pc:spChg>
      </pc:sldChg>
      <pc:sldChg chg="modSp add replId">
        <pc:chgData name="Harrison Hilpert" userId="S::ha491540@ucf.edu::6f9eeed8-2349-4567-9bc7-b39d66e866ba" providerId="AD" clId="Web-{3D210690-029C-5A2C-99A0-E9E392D317C2}" dt="2026-04-14T21:33:29.409" v="592" actId="20577"/>
        <pc:sldMkLst>
          <pc:docMk/>
          <pc:sldMk cId="1988477894" sldId="284"/>
        </pc:sldMkLst>
        <pc:spChg chg="mod">
          <ac:chgData name="Harrison Hilpert" userId="S::ha491540@ucf.edu::6f9eeed8-2349-4567-9bc7-b39d66e866ba" providerId="AD" clId="Web-{3D210690-029C-5A2C-99A0-E9E392D317C2}" dt="2026-04-14T21:30:42.693" v="350" actId="20577"/>
          <ac:spMkLst>
            <pc:docMk/>
            <pc:sldMk cId="1988477894" sldId="284"/>
            <ac:spMk id="2" creationId="{CAC58BDD-36AF-7821-1830-C9D2EDA3E352}"/>
          </ac:spMkLst>
        </pc:spChg>
        <pc:spChg chg="mod">
          <ac:chgData name="Harrison Hilpert" userId="S::ha491540@ucf.edu::6f9eeed8-2349-4567-9bc7-b39d66e866ba" providerId="AD" clId="Web-{3D210690-029C-5A2C-99A0-E9E392D317C2}" dt="2026-04-14T21:33:29.409" v="592" actId="20577"/>
          <ac:spMkLst>
            <pc:docMk/>
            <pc:sldMk cId="1988477894" sldId="284"/>
            <ac:spMk id="5" creationId="{553B6704-BDF8-D47D-5B01-EB7034B62EF2}"/>
          </ac:spMkLst>
        </pc:spChg>
      </pc:sldChg>
      <pc:sldChg chg="modSp add replId">
        <pc:chgData name="Harrison Hilpert" userId="S::ha491540@ucf.edu::6f9eeed8-2349-4567-9bc7-b39d66e866ba" providerId="AD" clId="Web-{3D210690-029C-5A2C-99A0-E9E392D317C2}" dt="2026-04-14T21:36:07.830" v="734" actId="20577"/>
        <pc:sldMkLst>
          <pc:docMk/>
          <pc:sldMk cId="1306339769" sldId="285"/>
        </pc:sldMkLst>
        <pc:spChg chg="mod">
          <ac:chgData name="Harrison Hilpert" userId="S::ha491540@ucf.edu::6f9eeed8-2349-4567-9bc7-b39d66e866ba" providerId="AD" clId="Web-{3D210690-029C-5A2C-99A0-E9E392D317C2}" dt="2026-04-14T21:32:42.863" v="498" actId="20577"/>
          <ac:spMkLst>
            <pc:docMk/>
            <pc:sldMk cId="1306339769" sldId="285"/>
            <ac:spMk id="2" creationId="{AAE84E9A-9FA2-2F25-D739-52527A301586}"/>
          </ac:spMkLst>
        </pc:spChg>
        <pc:spChg chg="mod">
          <ac:chgData name="Harrison Hilpert" userId="S::ha491540@ucf.edu::6f9eeed8-2349-4567-9bc7-b39d66e866ba" providerId="AD" clId="Web-{3D210690-029C-5A2C-99A0-E9E392D317C2}" dt="2026-04-14T21:36:07.830" v="734" actId="20577"/>
          <ac:spMkLst>
            <pc:docMk/>
            <pc:sldMk cId="1306339769" sldId="285"/>
            <ac:spMk id="7" creationId="{7668E756-C2A7-5A0A-559E-BF7B50326026}"/>
          </ac:spMkLst>
        </pc:spChg>
      </pc:sldChg>
      <pc:sldChg chg="delSp modSp add ord replId">
        <pc:chgData name="Harrison Hilpert" userId="S::ha491540@ucf.edu::6f9eeed8-2349-4567-9bc7-b39d66e866ba" providerId="AD" clId="Web-{3D210690-029C-5A2C-99A0-E9E392D317C2}" dt="2026-04-14T21:36:53.298" v="763" actId="20577"/>
        <pc:sldMkLst>
          <pc:docMk/>
          <pc:sldMk cId="1290232606" sldId="286"/>
        </pc:sldMkLst>
        <pc:spChg chg="mod">
          <ac:chgData name="Harrison Hilpert" userId="S::ha491540@ucf.edu::6f9eeed8-2349-4567-9bc7-b39d66e866ba" providerId="AD" clId="Web-{3D210690-029C-5A2C-99A0-E9E392D317C2}" dt="2026-04-14T21:36:53.298" v="763" actId="20577"/>
          <ac:spMkLst>
            <pc:docMk/>
            <pc:sldMk cId="1290232606" sldId="286"/>
            <ac:spMk id="7" creationId="{3AC55A48-65AD-FDDE-628F-A2CDB6D76C73}"/>
          </ac:spMkLst>
        </pc:spChg>
        <pc:picChg chg="del">
          <ac:chgData name="Harrison Hilpert" userId="S::ha491540@ucf.edu::6f9eeed8-2349-4567-9bc7-b39d66e866ba" providerId="AD" clId="Web-{3D210690-029C-5A2C-99A0-E9E392D317C2}" dt="2026-04-14T21:36:49.111" v="758"/>
          <ac:picMkLst>
            <pc:docMk/>
            <pc:sldMk cId="1290232606" sldId="286"/>
            <ac:picMk id="10" creationId="{2B7BF17C-F277-5FA0-7830-77075A808F72}"/>
          </ac:picMkLst>
        </pc:picChg>
      </pc:sldChg>
    </pc:docChg>
  </pc:docChgLst>
  <pc:docChgLst>
    <pc:chgData name="Harrison Hilpert" userId="S::ha491540@ucf.edu::6f9eeed8-2349-4567-9bc7-b39d66e866ba" providerId="AD" clId="Web-{6A08E6A4-92AB-90E9-558E-6F47E520A986}"/>
    <pc:docChg chg="addSld delSld modSld sldOrd modSection">
      <pc:chgData name="Harrison Hilpert" userId="S::ha491540@ucf.edu::6f9eeed8-2349-4567-9bc7-b39d66e866ba" providerId="AD" clId="Web-{6A08E6A4-92AB-90E9-558E-6F47E520A986}" dt="2026-04-14T21:05:13.244" v="3725"/>
      <pc:docMkLst>
        <pc:docMk/>
      </pc:docMkLst>
      <pc:sldChg chg="addSp delSp modSp ord">
        <pc:chgData name="Harrison Hilpert" userId="S::ha491540@ucf.edu::6f9eeed8-2349-4567-9bc7-b39d66e866ba" providerId="AD" clId="Web-{6A08E6A4-92AB-90E9-558E-6F47E520A986}" dt="2026-04-14T18:05:50.429" v="24"/>
        <pc:sldMkLst>
          <pc:docMk/>
          <pc:sldMk cId="3242227477" sldId="256"/>
        </pc:sldMkLst>
        <pc:spChg chg="del">
          <ac:chgData name="Harrison Hilpert" userId="S::ha491540@ucf.edu::6f9eeed8-2349-4567-9bc7-b39d66e866ba" providerId="AD" clId="Web-{6A08E6A4-92AB-90E9-558E-6F47E520A986}" dt="2026-04-14T18:05:50.429" v="24"/>
          <ac:spMkLst>
            <pc:docMk/>
            <pc:sldMk cId="3242227477" sldId="256"/>
            <ac:spMk id="7" creationId="{B1F38D1A-48C6-BD60-52D5-891875E6FDB1}"/>
          </ac:spMkLst>
        </pc:spChg>
        <pc:spChg chg="add del">
          <ac:chgData name="Harrison Hilpert" userId="S::ha491540@ucf.edu::6f9eeed8-2349-4567-9bc7-b39d66e866ba" providerId="AD" clId="Web-{6A08E6A4-92AB-90E9-558E-6F47E520A986}" dt="2026-04-14T18:05:35.429" v="22"/>
          <ac:spMkLst>
            <pc:docMk/>
            <pc:sldMk cId="3242227477" sldId="256"/>
            <ac:spMk id="8" creationId="{85529E84-D1A4-EF9A-51E8-E150BF020A0E}"/>
          </ac:spMkLst>
        </pc:spChg>
        <pc:spChg chg="mod">
          <ac:chgData name="Harrison Hilpert" userId="S::ha491540@ucf.edu::6f9eeed8-2349-4567-9bc7-b39d66e866ba" providerId="AD" clId="Web-{6A08E6A4-92AB-90E9-558E-6F47E520A986}" dt="2026-04-14T18:05:22.101" v="20" actId="1076"/>
          <ac:spMkLst>
            <pc:docMk/>
            <pc:sldMk cId="3242227477" sldId="256"/>
            <ac:spMk id="9" creationId="{BFE2DAA6-8DBE-2322-38E9-B1792869DB98}"/>
          </ac:spMkLst>
        </pc:spChg>
        <pc:spChg chg="add">
          <ac:chgData name="Harrison Hilpert" userId="S::ha491540@ucf.edu::6f9eeed8-2349-4567-9bc7-b39d66e866ba" providerId="AD" clId="Web-{6A08E6A4-92AB-90E9-558E-6F47E520A986}" dt="2026-04-14T18:05:46.054" v="23"/>
          <ac:spMkLst>
            <pc:docMk/>
            <pc:sldMk cId="3242227477" sldId="256"/>
            <ac:spMk id="12" creationId="{08E03727-75A9-C96C-8C9C-E2576CAC2C4F}"/>
          </ac:spMkLst>
        </pc:spChg>
      </pc:sldChg>
      <pc:sldChg chg="del">
        <pc:chgData name="Harrison Hilpert" userId="S::ha491540@ucf.edu::6f9eeed8-2349-4567-9bc7-b39d66e866ba" providerId="AD" clId="Web-{6A08E6A4-92AB-90E9-558E-6F47E520A986}" dt="2026-04-14T20:45:09.630" v="3259"/>
        <pc:sldMkLst>
          <pc:docMk/>
          <pc:sldMk cId="3156677698" sldId="257"/>
        </pc:sldMkLst>
      </pc:sldChg>
      <pc:sldChg chg="addSp delSp del">
        <pc:chgData name="Harrison Hilpert" userId="S::ha491540@ucf.edu::6f9eeed8-2349-4567-9bc7-b39d66e866ba" providerId="AD" clId="Web-{6A08E6A4-92AB-90E9-558E-6F47E520A986}" dt="2026-04-14T18:05:02.164" v="18"/>
        <pc:sldMkLst>
          <pc:docMk/>
          <pc:sldMk cId="2470986236" sldId="258"/>
        </pc:sldMkLst>
        <pc:spChg chg="add del">
          <ac:chgData name="Harrison Hilpert" userId="S::ha491540@ucf.edu::6f9eeed8-2349-4567-9bc7-b39d66e866ba" providerId="AD" clId="Web-{6A08E6A4-92AB-90E9-558E-6F47E520A986}" dt="2026-04-14T18:04:40.351" v="7"/>
          <ac:spMkLst>
            <pc:docMk/>
            <pc:sldMk cId="2470986236" sldId="258"/>
            <ac:spMk id="5" creationId="{85529E84-D1A4-EF9A-51E8-E150BF020A0E}"/>
          </ac:spMkLst>
        </pc:spChg>
        <pc:spChg chg="del">
          <ac:chgData name="Harrison Hilpert" userId="S::ha491540@ucf.edu::6f9eeed8-2349-4567-9bc7-b39d66e866ba" providerId="AD" clId="Web-{6A08E6A4-92AB-90E9-558E-6F47E520A986}" dt="2026-04-14T18:04:23.132" v="1"/>
          <ac:spMkLst>
            <pc:docMk/>
            <pc:sldMk cId="2470986236" sldId="258"/>
            <ac:spMk id="8" creationId="{6B64AE7A-D8C9-C087-ED42-3F86938CF691}"/>
          </ac:spMkLst>
        </pc:spChg>
      </pc:sldChg>
      <pc:sldChg chg="del">
        <pc:chgData name="Harrison Hilpert" userId="S::ha491540@ucf.edu::6f9eeed8-2349-4567-9bc7-b39d66e866ba" providerId="AD" clId="Web-{6A08E6A4-92AB-90E9-558E-6F47E520A986}" dt="2026-04-14T20:45:31.880" v="3263"/>
        <pc:sldMkLst>
          <pc:docMk/>
          <pc:sldMk cId="4110269551" sldId="259"/>
        </pc:sldMkLst>
      </pc:sldChg>
      <pc:sldChg chg="addSp delSp modSp ord">
        <pc:chgData name="Harrison Hilpert" userId="S::ha491540@ucf.edu::6f9eeed8-2349-4567-9bc7-b39d66e866ba" providerId="AD" clId="Web-{6A08E6A4-92AB-90E9-558E-6F47E520A986}" dt="2026-04-14T21:05:03.025" v="3721" actId="20577"/>
        <pc:sldMkLst>
          <pc:docMk/>
          <pc:sldMk cId="1693606516" sldId="260"/>
        </pc:sldMkLst>
        <pc:spChg chg="mod">
          <ac:chgData name="Harrison Hilpert" userId="S::ha491540@ucf.edu::6f9eeed8-2349-4567-9bc7-b39d66e866ba" providerId="AD" clId="Web-{6A08E6A4-92AB-90E9-558E-6F47E520A986}" dt="2026-04-14T20:52:21.553" v="3331" actId="20577"/>
          <ac:spMkLst>
            <pc:docMk/>
            <pc:sldMk cId="1693606516" sldId="260"/>
            <ac:spMk id="2" creationId="{4F163340-2BFD-B0B9-9EB7-52A2C63D6233}"/>
          </ac:spMkLst>
        </pc:spChg>
        <pc:spChg chg="del">
          <ac:chgData name="Harrison Hilpert" userId="S::ha491540@ucf.edu::6f9eeed8-2349-4567-9bc7-b39d66e866ba" providerId="AD" clId="Web-{6A08E6A4-92AB-90E9-558E-6F47E520A986}" dt="2026-04-14T18:05:58.226" v="25"/>
          <ac:spMkLst>
            <pc:docMk/>
            <pc:sldMk cId="1693606516" sldId="260"/>
            <ac:spMk id="5" creationId="{0A213483-127F-6D01-5B2F-B8BCC1DAE61F}"/>
          </ac:spMkLst>
        </pc:spChg>
        <pc:spChg chg="add mod">
          <ac:chgData name="Harrison Hilpert" userId="S::ha491540@ucf.edu::6f9eeed8-2349-4567-9bc7-b39d66e866ba" providerId="AD" clId="Web-{6A08E6A4-92AB-90E9-558E-6F47E520A986}" dt="2026-04-14T21:05:03.025" v="3721" actId="20577"/>
          <ac:spMkLst>
            <pc:docMk/>
            <pc:sldMk cId="1693606516" sldId="260"/>
            <ac:spMk id="7" creationId="{E131EA7F-0BBD-5F2F-B1D3-7C6DA45C8A85}"/>
          </ac:spMkLst>
        </pc:spChg>
        <pc:spChg chg="del">
          <ac:chgData name="Harrison Hilpert" userId="S::ha491540@ucf.edu::6f9eeed8-2349-4567-9bc7-b39d66e866ba" providerId="AD" clId="Web-{6A08E6A4-92AB-90E9-558E-6F47E520A986}" dt="2026-04-14T18:06:06.117" v="27"/>
          <ac:spMkLst>
            <pc:docMk/>
            <pc:sldMk cId="1693606516" sldId="260"/>
            <ac:spMk id="8" creationId="{6EAA5F43-8EFD-B158-21D7-3DA7EEABF86A}"/>
          </ac:spMkLst>
        </pc:spChg>
        <pc:spChg chg="add mod">
          <ac:chgData name="Harrison Hilpert" userId="S::ha491540@ucf.edu::6f9eeed8-2349-4567-9bc7-b39d66e866ba" providerId="AD" clId="Web-{6A08E6A4-92AB-90E9-558E-6F47E520A986}" dt="2026-04-14T18:06:03.226" v="26"/>
          <ac:spMkLst>
            <pc:docMk/>
            <pc:sldMk cId="1693606516" sldId="260"/>
            <ac:spMk id="9" creationId="{712EA8B3-3B5D-685A-7AAA-A52381AA6194}"/>
          </ac:spMkLst>
        </pc:spChg>
      </pc:sldChg>
      <pc:sldChg chg="modSp">
        <pc:chgData name="Harrison Hilpert" userId="S::ha491540@ucf.edu::6f9eeed8-2349-4567-9bc7-b39d66e866ba" providerId="AD" clId="Web-{6A08E6A4-92AB-90E9-558E-6F47E520A986}" dt="2026-04-14T18:10:38.804" v="218" actId="20577"/>
        <pc:sldMkLst>
          <pc:docMk/>
          <pc:sldMk cId="2322962747" sldId="261"/>
        </pc:sldMkLst>
        <pc:spChg chg="mod">
          <ac:chgData name="Harrison Hilpert" userId="S::ha491540@ucf.edu::6f9eeed8-2349-4567-9bc7-b39d66e866ba" providerId="AD" clId="Web-{6A08E6A4-92AB-90E9-558E-6F47E520A986}" dt="2026-04-14T18:10:38.804" v="218" actId="20577"/>
          <ac:spMkLst>
            <pc:docMk/>
            <pc:sldMk cId="2322962747" sldId="261"/>
            <ac:spMk id="5" creationId="{4EE50E8C-969B-0101-380C-081418D63B67}"/>
          </ac:spMkLst>
        </pc:spChg>
      </pc:sldChg>
      <pc:sldChg chg="addSp delSp modSp">
        <pc:chgData name="Harrison Hilpert" userId="S::ha491540@ucf.edu::6f9eeed8-2349-4567-9bc7-b39d66e866ba" providerId="AD" clId="Web-{6A08E6A4-92AB-90E9-558E-6F47E520A986}" dt="2026-04-14T18:06:17.523" v="30" actId="1076"/>
        <pc:sldMkLst>
          <pc:docMk/>
          <pc:sldMk cId="472525318" sldId="262"/>
        </pc:sldMkLst>
        <pc:spChg chg="del">
          <ac:chgData name="Harrison Hilpert" userId="S::ha491540@ucf.edu::6f9eeed8-2349-4567-9bc7-b39d66e866ba" providerId="AD" clId="Web-{6A08E6A4-92AB-90E9-558E-6F47E520A986}" dt="2026-04-14T18:06:11.132" v="28"/>
          <ac:spMkLst>
            <pc:docMk/>
            <pc:sldMk cId="472525318" sldId="262"/>
            <ac:spMk id="4" creationId="{5B3DD843-F251-D258-0654-E14506C88C96}"/>
          </ac:spMkLst>
        </pc:spChg>
        <pc:spChg chg="mod">
          <ac:chgData name="Harrison Hilpert" userId="S::ha491540@ucf.edu::6f9eeed8-2349-4567-9bc7-b39d66e866ba" providerId="AD" clId="Web-{6A08E6A4-92AB-90E9-558E-6F47E520A986}" dt="2026-04-14T18:06:17.523" v="30" actId="1076"/>
          <ac:spMkLst>
            <pc:docMk/>
            <pc:sldMk cId="472525318" sldId="262"/>
            <ac:spMk id="5" creationId="{D08F168C-CA58-4206-50F2-ACCDCB7B3CB9}"/>
          </ac:spMkLst>
        </pc:spChg>
        <pc:spChg chg="add mod">
          <ac:chgData name="Harrison Hilpert" userId="S::ha491540@ucf.edu::6f9eeed8-2349-4567-9bc7-b39d66e866ba" providerId="AD" clId="Web-{6A08E6A4-92AB-90E9-558E-6F47E520A986}" dt="2026-04-14T18:06:13.726" v="29"/>
          <ac:spMkLst>
            <pc:docMk/>
            <pc:sldMk cId="472525318" sldId="262"/>
            <ac:spMk id="7" creationId="{AB8F6648-6C92-A408-EC5A-59CA0AB3E7AB}"/>
          </ac:spMkLst>
        </pc:spChg>
      </pc:sldChg>
      <pc:sldChg chg="addSp delSp modSp ord">
        <pc:chgData name="Harrison Hilpert" userId="S::ha491540@ucf.edu::6f9eeed8-2349-4567-9bc7-b39d66e866ba" providerId="AD" clId="Web-{6A08E6A4-92AB-90E9-558E-6F47E520A986}" dt="2026-04-14T18:05:00.820" v="17"/>
        <pc:sldMkLst>
          <pc:docMk/>
          <pc:sldMk cId="3848584384" sldId="263"/>
        </pc:sldMkLst>
        <pc:spChg chg="mod">
          <ac:chgData name="Harrison Hilpert" userId="S::ha491540@ucf.edu::6f9eeed8-2349-4567-9bc7-b39d66e866ba" providerId="AD" clId="Web-{6A08E6A4-92AB-90E9-558E-6F47E520A986}" dt="2026-04-14T18:04:57.335" v="16" actId="20577"/>
          <ac:spMkLst>
            <pc:docMk/>
            <pc:sldMk cId="3848584384" sldId="263"/>
            <ac:spMk id="2" creationId="{84F7BD75-493F-07FA-48AB-72CF558FA4D2}"/>
          </ac:spMkLst>
        </pc:spChg>
        <pc:spChg chg="add del">
          <ac:chgData name="Harrison Hilpert" userId="S::ha491540@ucf.edu::6f9eeed8-2349-4567-9bc7-b39d66e866ba" providerId="AD" clId="Web-{6A08E6A4-92AB-90E9-558E-6F47E520A986}" dt="2026-04-14T18:04:37.632" v="5"/>
          <ac:spMkLst>
            <pc:docMk/>
            <pc:sldMk cId="3848584384" sldId="263"/>
            <ac:spMk id="4" creationId="{720BCF76-0649-B8E5-316A-8B15BF43876E}"/>
          </ac:spMkLst>
        </pc:spChg>
        <pc:spChg chg="add del">
          <ac:chgData name="Harrison Hilpert" userId="S::ha491540@ucf.edu::6f9eeed8-2349-4567-9bc7-b39d66e866ba" providerId="AD" clId="Web-{6A08E6A4-92AB-90E9-558E-6F47E520A986}" dt="2026-04-14T18:04:43.835" v="8"/>
          <ac:spMkLst>
            <pc:docMk/>
            <pc:sldMk cId="3848584384" sldId="263"/>
            <ac:spMk id="5" creationId="{A4D2C6D5-4A59-213A-23C5-36179073C9DE}"/>
          </ac:spMkLst>
        </pc:spChg>
        <pc:spChg chg="add">
          <ac:chgData name="Harrison Hilpert" userId="S::ha491540@ucf.edu::6f9eeed8-2349-4567-9bc7-b39d66e866ba" providerId="AD" clId="Web-{6A08E6A4-92AB-90E9-558E-6F47E520A986}" dt="2026-04-14T18:04:49.335" v="9"/>
          <ac:spMkLst>
            <pc:docMk/>
            <pc:sldMk cId="3848584384" sldId="263"/>
            <ac:spMk id="8" creationId="{CD350500-12C8-63C1-0006-915E92C70CDA}"/>
          </ac:spMkLst>
        </pc:spChg>
      </pc:sldChg>
      <pc:sldChg chg="modSp add replId">
        <pc:chgData name="Harrison Hilpert" userId="S::ha491540@ucf.edu::6f9eeed8-2349-4567-9bc7-b39d66e866ba" providerId="AD" clId="Web-{6A08E6A4-92AB-90E9-558E-6F47E520A986}" dt="2026-04-14T18:17:34.411" v="495" actId="20577"/>
        <pc:sldMkLst>
          <pc:docMk/>
          <pc:sldMk cId="2205116772" sldId="264"/>
        </pc:sldMkLst>
        <pc:spChg chg="mod">
          <ac:chgData name="Harrison Hilpert" userId="S::ha491540@ucf.edu::6f9eeed8-2349-4567-9bc7-b39d66e866ba" providerId="AD" clId="Web-{6A08E6A4-92AB-90E9-558E-6F47E520A986}" dt="2026-04-14T18:17:34.411" v="495" actId="20577"/>
          <ac:spMkLst>
            <pc:docMk/>
            <pc:sldMk cId="2205116772" sldId="264"/>
            <ac:spMk id="8" creationId="{3F10657B-5B1A-A06B-C12A-682F5D3747D9}"/>
          </ac:spMkLst>
        </pc:spChg>
      </pc:sldChg>
      <pc:sldChg chg="modSp add replId">
        <pc:chgData name="Harrison Hilpert" userId="S::ha491540@ucf.edu::6f9eeed8-2349-4567-9bc7-b39d66e866ba" providerId="AD" clId="Web-{6A08E6A4-92AB-90E9-558E-6F47E520A986}" dt="2026-04-14T18:29:00.609" v="945" actId="20577"/>
        <pc:sldMkLst>
          <pc:docMk/>
          <pc:sldMk cId="621133390" sldId="265"/>
        </pc:sldMkLst>
        <pc:spChg chg="mod">
          <ac:chgData name="Harrison Hilpert" userId="S::ha491540@ucf.edu::6f9eeed8-2349-4567-9bc7-b39d66e866ba" providerId="AD" clId="Web-{6A08E6A4-92AB-90E9-558E-6F47E520A986}" dt="2026-04-14T18:18:23.302" v="511" actId="20577"/>
          <ac:spMkLst>
            <pc:docMk/>
            <pc:sldMk cId="621133390" sldId="265"/>
            <ac:spMk id="2" creationId="{B0CC4659-0CDB-A8E1-D7D9-82E57B7AFDF9}"/>
          </ac:spMkLst>
        </pc:spChg>
        <pc:spChg chg="mod">
          <ac:chgData name="Harrison Hilpert" userId="S::ha491540@ucf.edu::6f9eeed8-2349-4567-9bc7-b39d66e866ba" providerId="AD" clId="Web-{6A08E6A4-92AB-90E9-558E-6F47E520A986}" dt="2026-04-14T18:29:00.609" v="945" actId="20577"/>
          <ac:spMkLst>
            <pc:docMk/>
            <pc:sldMk cId="621133390" sldId="265"/>
            <ac:spMk id="5" creationId="{74C2C41D-0285-0F66-A944-7D2B4C7F767F}"/>
          </ac:spMkLst>
        </pc:spChg>
      </pc:sldChg>
      <pc:sldChg chg="add del replId">
        <pc:chgData name="Harrison Hilpert" userId="S::ha491540@ucf.edu::6f9eeed8-2349-4567-9bc7-b39d66e866ba" providerId="AD" clId="Web-{6A08E6A4-92AB-90E9-558E-6F47E520A986}" dt="2026-04-14T18:45:58.324" v="1205"/>
        <pc:sldMkLst>
          <pc:docMk/>
          <pc:sldMk cId="402659199" sldId="266"/>
        </pc:sldMkLst>
      </pc:sldChg>
      <pc:sldChg chg="modSp add replId">
        <pc:chgData name="Harrison Hilpert" userId="S::ha491540@ucf.edu::6f9eeed8-2349-4567-9bc7-b39d66e866ba" providerId="AD" clId="Web-{6A08E6A4-92AB-90E9-558E-6F47E520A986}" dt="2026-04-14T18:45:42.933" v="1204" actId="20577"/>
        <pc:sldMkLst>
          <pc:docMk/>
          <pc:sldMk cId="738794026" sldId="267"/>
        </pc:sldMkLst>
        <pc:spChg chg="mod">
          <ac:chgData name="Harrison Hilpert" userId="S::ha491540@ucf.edu::6f9eeed8-2349-4567-9bc7-b39d66e866ba" providerId="AD" clId="Web-{6A08E6A4-92AB-90E9-558E-6F47E520A986}" dt="2026-04-14T18:38:26.762" v="959" actId="20577"/>
          <ac:spMkLst>
            <pc:docMk/>
            <pc:sldMk cId="738794026" sldId="267"/>
            <ac:spMk id="2" creationId="{9ACABDF3-A78D-D2C8-9F46-A8DF4B4257CF}"/>
          </ac:spMkLst>
        </pc:spChg>
        <pc:spChg chg="mod">
          <ac:chgData name="Harrison Hilpert" userId="S::ha491540@ucf.edu::6f9eeed8-2349-4567-9bc7-b39d66e866ba" providerId="AD" clId="Web-{6A08E6A4-92AB-90E9-558E-6F47E520A986}" dt="2026-04-14T18:45:42.933" v="1204" actId="20577"/>
          <ac:spMkLst>
            <pc:docMk/>
            <pc:sldMk cId="738794026" sldId="267"/>
            <ac:spMk id="5" creationId="{10BEC01A-70B3-F317-A201-0D2FC6957704}"/>
          </ac:spMkLst>
        </pc:spChg>
      </pc:sldChg>
      <pc:sldChg chg="modSp add replId">
        <pc:chgData name="Harrison Hilpert" userId="S::ha491540@ucf.edu::6f9eeed8-2349-4567-9bc7-b39d66e866ba" providerId="AD" clId="Web-{6A08E6A4-92AB-90E9-558E-6F47E520A986}" dt="2026-04-14T18:56:02.040" v="1435" actId="1076"/>
        <pc:sldMkLst>
          <pc:docMk/>
          <pc:sldMk cId="2433012292" sldId="268"/>
        </pc:sldMkLst>
        <pc:spChg chg="mod">
          <ac:chgData name="Harrison Hilpert" userId="S::ha491540@ucf.edu::6f9eeed8-2349-4567-9bc7-b39d66e866ba" providerId="AD" clId="Web-{6A08E6A4-92AB-90E9-558E-6F47E520A986}" dt="2026-04-14T18:51:38.353" v="1230" actId="20577"/>
          <ac:spMkLst>
            <pc:docMk/>
            <pc:sldMk cId="2433012292" sldId="268"/>
            <ac:spMk id="2" creationId="{D4BE72A5-1453-F935-4953-4D7C89673197}"/>
          </ac:spMkLst>
        </pc:spChg>
        <pc:spChg chg="mod">
          <ac:chgData name="Harrison Hilpert" userId="S::ha491540@ucf.edu::6f9eeed8-2349-4567-9bc7-b39d66e866ba" providerId="AD" clId="Web-{6A08E6A4-92AB-90E9-558E-6F47E520A986}" dt="2026-04-14T18:56:02.040" v="1435" actId="1076"/>
          <ac:spMkLst>
            <pc:docMk/>
            <pc:sldMk cId="2433012292" sldId="268"/>
            <ac:spMk id="5" creationId="{34F5B377-3D19-7C86-1C76-BC12D80C9303}"/>
          </ac:spMkLst>
        </pc:spChg>
      </pc:sldChg>
      <pc:sldChg chg="modSp add ord replId">
        <pc:chgData name="Harrison Hilpert" userId="S::ha491540@ucf.edu::6f9eeed8-2349-4567-9bc7-b39d66e866ba" providerId="AD" clId="Web-{6A08E6A4-92AB-90E9-558E-6F47E520A986}" dt="2026-04-14T19:49:31.741" v="3160" actId="20577"/>
        <pc:sldMkLst>
          <pc:docMk/>
          <pc:sldMk cId="1488425372" sldId="269"/>
        </pc:sldMkLst>
        <pc:spChg chg="mod">
          <ac:chgData name="Harrison Hilpert" userId="S::ha491540@ucf.edu::6f9eeed8-2349-4567-9bc7-b39d66e866ba" providerId="AD" clId="Web-{6A08E6A4-92AB-90E9-558E-6F47E520A986}" dt="2026-04-14T18:57:37.399" v="1482" actId="14100"/>
          <ac:spMkLst>
            <pc:docMk/>
            <pc:sldMk cId="1488425372" sldId="269"/>
            <ac:spMk id="2" creationId="{ED82B451-F7BE-20B4-CC58-21BAC822ABD3}"/>
          </ac:spMkLst>
        </pc:spChg>
        <pc:spChg chg="mod">
          <ac:chgData name="Harrison Hilpert" userId="S::ha491540@ucf.edu::6f9eeed8-2349-4567-9bc7-b39d66e866ba" providerId="AD" clId="Web-{6A08E6A4-92AB-90E9-558E-6F47E520A986}" dt="2026-04-14T18:57:46.337" v="1484" actId="1076"/>
          <ac:spMkLst>
            <pc:docMk/>
            <pc:sldMk cId="1488425372" sldId="269"/>
            <ac:spMk id="3" creationId="{B11AF788-E4FE-C794-558F-2F3B0A8A37CF}"/>
          </ac:spMkLst>
        </pc:spChg>
        <pc:spChg chg="mod">
          <ac:chgData name="Harrison Hilpert" userId="S::ha491540@ucf.edu::6f9eeed8-2349-4567-9bc7-b39d66e866ba" providerId="AD" clId="Web-{6A08E6A4-92AB-90E9-558E-6F47E520A986}" dt="2026-04-14T19:49:31.741" v="3160" actId="20577"/>
          <ac:spMkLst>
            <pc:docMk/>
            <pc:sldMk cId="1488425372" sldId="269"/>
            <ac:spMk id="5" creationId="{D47C6F38-D856-6344-FC04-15877882EF3F}"/>
          </ac:spMkLst>
        </pc:spChg>
      </pc:sldChg>
      <pc:sldChg chg="modSp add del replId">
        <pc:chgData name="Harrison Hilpert" userId="S::ha491540@ucf.edu::6f9eeed8-2349-4567-9bc7-b39d66e866ba" providerId="AD" clId="Web-{6A08E6A4-92AB-90E9-558E-6F47E520A986}" dt="2026-04-14T20:53:46.414" v="3333"/>
        <pc:sldMkLst>
          <pc:docMk/>
          <pc:sldMk cId="2569298770" sldId="270"/>
        </pc:sldMkLst>
        <pc:spChg chg="mod">
          <ac:chgData name="Harrison Hilpert" userId="S::ha491540@ucf.edu::6f9eeed8-2349-4567-9bc7-b39d66e866ba" providerId="AD" clId="Web-{6A08E6A4-92AB-90E9-558E-6F47E520A986}" dt="2026-04-14T19:24:46.857" v="2269" actId="20577"/>
          <ac:spMkLst>
            <pc:docMk/>
            <pc:sldMk cId="2569298770" sldId="270"/>
            <ac:spMk id="2" creationId="{96B45CE8-CB6F-6BA0-F329-18A5D17AB58B}"/>
          </ac:spMkLst>
        </pc:spChg>
        <pc:spChg chg="mod">
          <ac:chgData name="Harrison Hilpert" userId="S::ha491540@ucf.edu::6f9eeed8-2349-4567-9bc7-b39d66e866ba" providerId="AD" clId="Web-{6A08E6A4-92AB-90E9-558E-6F47E520A986}" dt="2026-04-14T19:49:49.319" v="3161" actId="20577"/>
          <ac:spMkLst>
            <pc:docMk/>
            <pc:sldMk cId="2569298770" sldId="270"/>
            <ac:spMk id="5" creationId="{9EF46D66-6A7C-37BB-1695-5A305A89292A}"/>
          </ac:spMkLst>
        </pc:spChg>
      </pc:sldChg>
      <pc:sldChg chg="modSp add replId">
        <pc:chgData name="Harrison Hilpert" userId="S::ha491540@ucf.edu::6f9eeed8-2349-4567-9bc7-b39d66e866ba" providerId="AD" clId="Web-{6A08E6A4-92AB-90E9-558E-6F47E520A986}" dt="2026-04-14T19:46:41.867" v="3159" actId="20577"/>
        <pc:sldMkLst>
          <pc:docMk/>
          <pc:sldMk cId="55419318" sldId="271"/>
        </pc:sldMkLst>
        <pc:spChg chg="mod">
          <ac:chgData name="Harrison Hilpert" userId="S::ha491540@ucf.edu::6f9eeed8-2349-4567-9bc7-b39d66e866ba" providerId="AD" clId="Web-{6A08E6A4-92AB-90E9-558E-6F47E520A986}" dt="2026-04-14T19:40:04.539" v="2601" actId="20577"/>
          <ac:spMkLst>
            <pc:docMk/>
            <pc:sldMk cId="55419318" sldId="271"/>
            <ac:spMk id="2" creationId="{46ECBB3E-4637-F290-35F5-0D06B3866A29}"/>
          </ac:spMkLst>
        </pc:spChg>
        <pc:spChg chg="mod">
          <ac:chgData name="Harrison Hilpert" userId="S::ha491540@ucf.edu::6f9eeed8-2349-4567-9bc7-b39d66e866ba" providerId="AD" clId="Web-{6A08E6A4-92AB-90E9-558E-6F47E520A986}" dt="2026-04-14T19:46:41.867" v="3159" actId="20577"/>
          <ac:spMkLst>
            <pc:docMk/>
            <pc:sldMk cId="55419318" sldId="271"/>
            <ac:spMk id="5" creationId="{FAB15393-94A1-5B7F-29FD-A568A05D3BF5}"/>
          </ac:spMkLst>
        </pc:spChg>
      </pc:sldChg>
      <pc:sldChg chg="add replId">
        <pc:chgData name="Harrison Hilpert" userId="S::ha491540@ucf.edu::6f9eeed8-2349-4567-9bc7-b39d66e866ba" providerId="AD" clId="Web-{6A08E6A4-92AB-90E9-558E-6F47E520A986}" dt="2026-04-14T20:38:24.800" v="3162"/>
        <pc:sldMkLst>
          <pc:docMk/>
          <pc:sldMk cId="14531802" sldId="272"/>
        </pc:sldMkLst>
      </pc:sldChg>
      <pc:sldChg chg="addSp delSp modSp add replId">
        <pc:chgData name="Harrison Hilpert" userId="S::ha491540@ucf.edu::6f9eeed8-2349-4567-9bc7-b39d66e866ba" providerId="AD" clId="Web-{6A08E6A4-92AB-90E9-558E-6F47E520A986}" dt="2026-04-14T20:43:24.473" v="3251" actId="1076"/>
        <pc:sldMkLst>
          <pc:docMk/>
          <pc:sldMk cId="2168007477" sldId="273"/>
        </pc:sldMkLst>
        <pc:spChg chg="mod">
          <ac:chgData name="Harrison Hilpert" userId="S::ha491540@ucf.edu::6f9eeed8-2349-4567-9bc7-b39d66e866ba" providerId="AD" clId="Web-{6A08E6A4-92AB-90E9-558E-6F47E520A986}" dt="2026-04-14T20:39:40.254" v="3176" actId="20577"/>
          <ac:spMkLst>
            <pc:docMk/>
            <pc:sldMk cId="2168007477" sldId="273"/>
            <ac:spMk id="2" creationId="{4B0C7EC6-19AA-C052-C7EC-D2C6B74035A5}"/>
          </ac:spMkLst>
        </pc:spChg>
        <pc:spChg chg="add mod">
          <ac:chgData name="Harrison Hilpert" userId="S::ha491540@ucf.edu::6f9eeed8-2349-4567-9bc7-b39d66e866ba" providerId="AD" clId="Web-{6A08E6A4-92AB-90E9-558E-6F47E520A986}" dt="2026-04-14T20:43:16.520" v="3250" actId="1076"/>
          <ac:spMkLst>
            <pc:docMk/>
            <pc:sldMk cId="2168007477" sldId="273"/>
            <ac:spMk id="4" creationId="{ACC9C8BD-4AD6-5BD7-4189-5181F0B0AB47}"/>
          </ac:spMkLst>
        </pc:spChg>
        <pc:spChg chg="add mod">
          <ac:chgData name="Harrison Hilpert" userId="S::ha491540@ucf.edu::6f9eeed8-2349-4567-9bc7-b39d66e866ba" providerId="AD" clId="Web-{6A08E6A4-92AB-90E9-558E-6F47E520A986}" dt="2026-04-14T20:43:11.692" v="3249" actId="1076"/>
          <ac:spMkLst>
            <pc:docMk/>
            <pc:sldMk cId="2168007477" sldId="273"/>
            <ac:spMk id="5" creationId="{E2196E29-3C78-E413-37DC-11C4F0FC068D}"/>
          </ac:spMkLst>
        </pc:spChg>
        <pc:spChg chg="add mod">
          <ac:chgData name="Harrison Hilpert" userId="S::ha491540@ucf.edu::6f9eeed8-2349-4567-9bc7-b39d66e866ba" providerId="AD" clId="Web-{6A08E6A4-92AB-90E9-558E-6F47E520A986}" dt="2026-04-14T20:43:24.473" v="3251" actId="1076"/>
          <ac:spMkLst>
            <pc:docMk/>
            <pc:sldMk cId="2168007477" sldId="273"/>
            <ac:spMk id="6" creationId="{B9C39F1E-E2E9-7997-00BF-029963274D43}"/>
          </ac:spMkLst>
        </pc:spChg>
        <pc:spChg chg="del mod">
          <ac:chgData name="Harrison Hilpert" userId="S::ha491540@ucf.edu::6f9eeed8-2349-4567-9bc7-b39d66e866ba" providerId="AD" clId="Web-{6A08E6A4-92AB-90E9-558E-6F47E520A986}" dt="2026-04-14T20:39:52.894" v="3179"/>
          <ac:spMkLst>
            <pc:docMk/>
            <pc:sldMk cId="2168007477" sldId="273"/>
            <ac:spMk id="8" creationId="{9A8164CB-6457-239D-90BD-4FB052A27739}"/>
          </ac:spMkLst>
        </pc:spChg>
      </pc:sldChg>
      <pc:sldChg chg="addSp delSp modSp add mod ord replId modShow">
        <pc:chgData name="Harrison Hilpert" userId="S::ha491540@ucf.edu::6f9eeed8-2349-4567-9bc7-b39d66e866ba" providerId="AD" clId="Web-{6A08E6A4-92AB-90E9-558E-6F47E520A986}" dt="2026-04-14T20:46:57.646" v="3303" actId="1076"/>
        <pc:sldMkLst>
          <pc:docMk/>
          <pc:sldMk cId="388868421" sldId="274"/>
        </pc:sldMkLst>
        <pc:spChg chg="del">
          <ac:chgData name="Harrison Hilpert" userId="S::ha491540@ucf.edu::6f9eeed8-2349-4567-9bc7-b39d66e866ba" providerId="AD" clId="Web-{6A08E6A4-92AB-90E9-558E-6F47E520A986}" dt="2026-04-14T20:44:54.849" v="3255"/>
          <ac:spMkLst>
            <pc:docMk/>
            <pc:sldMk cId="388868421" sldId="274"/>
            <ac:spMk id="2" creationId="{68A61B1B-D24B-1BF9-9569-B99E336B96F5}"/>
          </ac:spMkLst>
        </pc:spChg>
        <pc:spChg chg="mod">
          <ac:chgData name="Harrison Hilpert" userId="S::ha491540@ucf.edu::6f9eeed8-2349-4567-9bc7-b39d66e866ba" providerId="AD" clId="Web-{6A08E6A4-92AB-90E9-558E-6F47E520A986}" dt="2026-04-14T20:44:59.192" v="3257" actId="1076"/>
          <ac:spMkLst>
            <pc:docMk/>
            <pc:sldMk cId="388868421" sldId="274"/>
            <ac:spMk id="3" creationId="{3FC04557-99E1-E436-BBE5-E7C4214415F0}"/>
          </ac:spMkLst>
        </pc:spChg>
        <pc:spChg chg="add mod">
          <ac:chgData name="Harrison Hilpert" userId="S::ha491540@ucf.edu::6f9eeed8-2349-4567-9bc7-b39d66e866ba" providerId="AD" clId="Web-{6A08E6A4-92AB-90E9-558E-6F47E520A986}" dt="2026-04-14T20:45:04.067" v="3258"/>
          <ac:spMkLst>
            <pc:docMk/>
            <pc:sldMk cId="388868421" sldId="274"/>
            <ac:spMk id="5" creationId="{E785F310-2AFD-6426-C1FD-00184616AB39}"/>
          </ac:spMkLst>
        </pc:spChg>
        <pc:spChg chg="add mod">
          <ac:chgData name="Harrison Hilpert" userId="S::ha491540@ucf.edu::6f9eeed8-2349-4567-9bc7-b39d66e866ba" providerId="AD" clId="Web-{6A08E6A4-92AB-90E9-558E-6F47E520A986}" dt="2026-04-14T20:46:52.114" v="3302" actId="20577"/>
          <ac:spMkLst>
            <pc:docMk/>
            <pc:sldMk cId="388868421" sldId="274"/>
            <ac:spMk id="7" creationId="{AC3ACDE9-13BE-026E-43D7-AADBB480C60C}"/>
          </ac:spMkLst>
        </pc:spChg>
        <pc:spChg chg="del">
          <ac:chgData name="Harrison Hilpert" userId="S::ha491540@ucf.edu::6f9eeed8-2349-4567-9bc7-b39d66e866ba" providerId="AD" clId="Web-{6A08E6A4-92AB-90E9-558E-6F47E520A986}" dt="2026-04-14T20:44:56.161" v="3256"/>
          <ac:spMkLst>
            <pc:docMk/>
            <pc:sldMk cId="388868421" sldId="274"/>
            <ac:spMk id="8" creationId="{0A6D12F0-E2B4-0EFD-4F56-A36CC139E48B}"/>
          </ac:spMkLst>
        </pc:spChg>
        <pc:spChg chg="del topLvl">
          <ac:chgData name="Harrison Hilpert" userId="S::ha491540@ucf.edu::6f9eeed8-2349-4567-9bc7-b39d66e866ba" providerId="AD" clId="Web-{6A08E6A4-92AB-90E9-558E-6F47E520A986}" dt="2026-04-14T20:46:34.958" v="3294"/>
          <ac:spMkLst>
            <pc:docMk/>
            <pc:sldMk cId="388868421" sldId="274"/>
            <ac:spMk id="11" creationId="{EAE73E45-F8B6-1768-EE09-97C0028C367E}"/>
          </ac:spMkLst>
        </pc:spChg>
        <pc:grpChg chg="add del">
          <ac:chgData name="Harrison Hilpert" userId="S::ha491540@ucf.edu::6f9eeed8-2349-4567-9bc7-b39d66e866ba" providerId="AD" clId="Web-{6A08E6A4-92AB-90E9-558E-6F47E520A986}" dt="2026-04-14T20:46:31.693" v="3293"/>
          <ac:grpSpMkLst>
            <pc:docMk/>
            <pc:sldMk cId="388868421" sldId="274"/>
            <ac:grpSpMk id="12" creationId="{F391A249-4DFF-8943-9896-5342C3543D6A}"/>
          </ac:grpSpMkLst>
        </pc:grpChg>
        <pc:picChg chg="mod topLvl">
          <ac:chgData name="Harrison Hilpert" userId="S::ha491540@ucf.edu::6f9eeed8-2349-4567-9bc7-b39d66e866ba" providerId="AD" clId="Web-{6A08E6A4-92AB-90E9-558E-6F47E520A986}" dt="2026-04-14T20:46:57.646" v="3303" actId="1076"/>
          <ac:picMkLst>
            <pc:docMk/>
            <pc:sldMk cId="388868421" sldId="274"/>
            <ac:picMk id="10" creationId="{F8CF80B6-4B79-F1EA-1DE8-C243CA01EBF5}"/>
          </ac:picMkLst>
        </pc:picChg>
      </pc:sldChg>
      <pc:sldChg chg="add mod ord replId modShow">
        <pc:chgData name="Harrison Hilpert" userId="S::ha491540@ucf.edu::6f9eeed8-2349-4567-9bc7-b39d66e866ba" providerId="AD" clId="Web-{6A08E6A4-92AB-90E9-558E-6F47E520A986}" dt="2026-04-14T20:45:21.380" v="3262"/>
        <pc:sldMkLst>
          <pc:docMk/>
          <pc:sldMk cId="3183681887" sldId="275"/>
        </pc:sldMkLst>
      </pc:sldChg>
      <pc:sldChg chg="addSp add replId">
        <pc:chgData name="Harrison Hilpert" userId="S::ha491540@ucf.edu::6f9eeed8-2349-4567-9bc7-b39d66e866ba" providerId="AD" clId="Web-{6A08E6A4-92AB-90E9-558E-6F47E520A986}" dt="2026-04-14T20:45:34.583" v="3265"/>
        <pc:sldMkLst>
          <pc:docMk/>
          <pc:sldMk cId="316302212" sldId="276"/>
        </pc:sldMkLst>
        <pc:spChg chg="add">
          <ac:chgData name="Harrison Hilpert" userId="S::ha491540@ucf.edu::6f9eeed8-2349-4567-9bc7-b39d66e866ba" providerId="AD" clId="Web-{6A08E6A4-92AB-90E9-558E-6F47E520A986}" dt="2026-04-14T20:45:34.583" v="3265"/>
          <ac:spMkLst>
            <pc:docMk/>
            <pc:sldMk cId="316302212" sldId="276"/>
            <ac:spMk id="2" creationId="{0AE399B5-08DB-94CA-5C13-9B0529A396F4}"/>
          </ac:spMkLst>
        </pc:spChg>
        <pc:spChg chg="add">
          <ac:chgData name="Harrison Hilpert" userId="S::ha491540@ucf.edu::6f9eeed8-2349-4567-9bc7-b39d66e866ba" providerId="AD" clId="Web-{6A08E6A4-92AB-90E9-558E-6F47E520A986}" dt="2026-04-14T20:45:34.583" v="3265"/>
          <ac:spMkLst>
            <pc:docMk/>
            <pc:sldMk cId="316302212" sldId="276"/>
            <ac:spMk id="4" creationId="{07A1C147-BD27-B175-1689-40E7D75B26D5}"/>
          </ac:spMkLst>
        </pc:spChg>
      </pc:sldChg>
      <pc:sldChg chg="modSp add ord replId">
        <pc:chgData name="Harrison Hilpert" userId="S::ha491540@ucf.edu::6f9eeed8-2349-4567-9bc7-b39d66e866ba" providerId="AD" clId="Web-{6A08E6A4-92AB-90E9-558E-6F47E520A986}" dt="2026-04-14T20:52:07.131" v="3321" actId="1076"/>
        <pc:sldMkLst>
          <pc:docMk/>
          <pc:sldMk cId="1568769338" sldId="277"/>
        </pc:sldMkLst>
        <pc:spChg chg="mod">
          <ac:chgData name="Harrison Hilpert" userId="S::ha491540@ucf.edu::6f9eeed8-2349-4567-9bc7-b39d66e866ba" providerId="AD" clId="Web-{6A08E6A4-92AB-90E9-558E-6F47E520A986}" dt="2026-04-14T20:52:00.397" v="3320" actId="20577"/>
          <ac:spMkLst>
            <pc:docMk/>
            <pc:sldMk cId="1568769338" sldId="277"/>
            <ac:spMk id="7" creationId="{C14B282E-82F5-4B76-7C44-B55988A41A82}"/>
          </ac:spMkLst>
        </pc:spChg>
        <pc:picChg chg="mod">
          <ac:chgData name="Harrison Hilpert" userId="S::ha491540@ucf.edu::6f9eeed8-2349-4567-9bc7-b39d66e866ba" providerId="AD" clId="Web-{6A08E6A4-92AB-90E9-558E-6F47E520A986}" dt="2026-04-14T20:52:07.131" v="3321" actId="1076"/>
          <ac:picMkLst>
            <pc:docMk/>
            <pc:sldMk cId="1568769338" sldId="277"/>
            <ac:picMk id="10" creationId="{EFB310EA-4798-60BA-0F7F-D3D2A690F482}"/>
          </ac:picMkLst>
        </pc:picChg>
      </pc:sldChg>
      <pc:sldChg chg="add replId">
        <pc:chgData name="Harrison Hilpert" userId="S::ha491540@ucf.edu::6f9eeed8-2349-4567-9bc7-b39d66e866ba" providerId="AD" clId="Web-{6A08E6A4-92AB-90E9-558E-6F47E520A986}" dt="2026-04-14T20:53:56.710" v="3334"/>
        <pc:sldMkLst>
          <pc:docMk/>
          <pc:sldMk cId="2956795980" sldId="278"/>
        </pc:sldMkLst>
      </pc:sldChg>
      <pc:sldChg chg="modSp add del replId">
        <pc:chgData name="Harrison Hilpert" userId="S::ha491540@ucf.edu::6f9eeed8-2349-4567-9bc7-b39d66e866ba" providerId="AD" clId="Web-{6A08E6A4-92AB-90E9-558E-6F47E520A986}" dt="2026-04-14T20:54:43.773" v="3348"/>
        <pc:sldMkLst>
          <pc:docMk/>
          <pc:sldMk cId="341055127" sldId="279"/>
        </pc:sldMkLst>
        <pc:spChg chg="mod">
          <ac:chgData name="Harrison Hilpert" userId="S::ha491540@ucf.edu::6f9eeed8-2349-4567-9bc7-b39d66e866ba" providerId="AD" clId="Web-{6A08E6A4-92AB-90E9-558E-6F47E520A986}" dt="2026-04-14T20:54:19.601" v="3347" actId="20577"/>
          <ac:spMkLst>
            <pc:docMk/>
            <pc:sldMk cId="341055127" sldId="279"/>
            <ac:spMk id="2" creationId="{F303A8C9-DE8B-9B81-0B82-281EFE17826E}"/>
          </ac:spMkLst>
        </pc:spChg>
      </pc:sldChg>
      <pc:sldChg chg="add mod replId modShow">
        <pc:chgData name="Harrison Hilpert" userId="S::ha491540@ucf.edu::6f9eeed8-2349-4567-9bc7-b39d66e866ba" providerId="AD" clId="Web-{6A08E6A4-92AB-90E9-558E-6F47E520A986}" dt="2026-04-14T21:05:11.885" v="3724"/>
        <pc:sldMkLst>
          <pc:docMk/>
          <pc:sldMk cId="2798476554" sldId="279"/>
        </pc:sldMkLst>
      </pc:sldChg>
      <pc:sldChg chg="add mod replId modShow">
        <pc:chgData name="Harrison Hilpert" userId="S::ha491540@ucf.edu::6f9eeed8-2349-4567-9bc7-b39d66e866ba" providerId="AD" clId="Web-{6A08E6A4-92AB-90E9-558E-6F47E520A986}" dt="2026-04-14T21:05:13.244" v="3725"/>
        <pc:sldMkLst>
          <pc:docMk/>
          <pc:sldMk cId="287480497" sldId="280"/>
        </pc:sldMkLst>
      </pc:sldChg>
    </pc:docChg>
  </pc:docChgLst>
  <pc:docChgLst>
    <pc:chgData name="Harrison Hilpert" userId="6f9eeed8-2349-4567-9bc7-b39d66e866ba" providerId="ADAL" clId="{DA30D260-769E-4E26-B7BD-4FD41F304C61}"/>
    <pc:docChg chg="undo custSel addSld delSld modSld sldOrd addSection modSection">
      <pc:chgData name="Harrison Hilpert" userId="6f9eeed8-2349-4567-9bc7-b39d66e866ba" providerId="ADAL" clId="{DA30D260-769E-4E26-B7BD-4FD41F304C61}" dt="2026-04-14T17:15:23.291" v="1686" actId="1076"/>
      <pc:docMkLst>
        <pc:docMk/>
      </pc:docMkLst>
      <pc:sldChg chg="addSp delSp modSp mod">
        <pc:chgData name="Harrison Hilpert" userId="6f9eeed8-2349-4567-9bc7-b39d66e866ba" providerId="ADAL" clId="{DA30D260-769E-4E26-B7BD-4FD41F304C61}" dt="2026-04-14T16:42:30.401" v="369" actId="2085"/>
        <pc:sldMkLst>
          <pc:docMk/>
          <pc:sldMk cId="3242227477" sldId="256"/>
        </pc:sldMkLst>
        <pc:spChg chg="mod">
          <ac:chgData name="Harrison Hilpert" userId="6f9eeed8-2349-4567-9bc7-b39d66e866ba" providerId="ADAL" clId="{DA30D260-769E-4E26-B7BD-4FD41F304C61}" dt="2026-04-14T16:22:12.363" v="96" actId="2711"/>
          <ac:spMkLst>
            <pc:docMk/>
            <pc:sldMk cId="3242227477" sldId="256"/>
            <ac:spMk id="2" creationId="{E7A1144E-2090-941E-553F-EA458BE71AAA}"/>
          </ac:spMkLst>
        </pc:spChg>
        <pc:spChg chg="del mod">
          <ac:chgData name="Harrison Hilpert" userId="6f9eeed8-2349-4567-9bc7-b39d66e866ba" providerId="ADAL" clId="{DA30D260-769E-4E26-B7BD-4FD41F304C61}" dt="2026-04-14T16:18:13.641" v="57" actId="478"/>
          <ac:spMkLst>
            <pc:docMk/>
            <pc:sldMk cId="3242227477" sldId="256"/>
            <ac:spMk id="3" creationId="{660802BF-CD02-B6EB-18AC-9239D026BF3D}"/>
          </ac:spMkLst>
        </pc:spChg>
        <pc:spChg chg="add mod">
          <ac:chgData name="Harrison Hilpert" userId="6f9eeed8-2349-4567-9bc7-b39d66e866ba" providerId="ADAL" clId="{DA30D260-769E-4E26-B7BD-4FD41F304C61}" dt="2026-04-14T16:42:30.401" v="369" actId="2085"/>
          <ac:spMkLst>
            <pc:docMk/>
            <pc:sldMk cId="3242227477" sldId="256"/>
            <ac:spMk id="3" creationId="{8A810449-D9C2-7B76-2711-C1AAE8036DBB}"/>
          </ac:spMkLst>
        </pc:spChg>
        <pc:spChg chg="add mod">
          <ac:chgData name="Harrison Hilpert" userId="6f9eeed8-2349-4567-9bc7-b39d66e866ba" providerId="ADAL" clId="{DA30D260-769E-4E26-B7BD-4FD41F304C61}" dt="2026-04-14T16:42:30.401" v="369" actId="2085"/>
          <ac:spMkLst>
            <pc:docMk/>
            <pc:sldMk cId="3242227477" sldId="256"/>
            <ac:spMk id="4" creationId="{1325A8F8-F2F8-40CC-051D-A094B775D3F4}"/>
          </ac:spMkLst>
        </pc:spChg>
        <pc:spChg chg="add mod">
          <ac:chgData name="Harrison Hilpert" userId="6f9eeed8-2349-4567-9bc7-b39d66e866ba" providerId="ADAL" clId="{DA30D260-769E-4E26-B7BD-4FD41F304C61}" dt="2026-04-14T16:42:30.401" v="369" actId="2085"/>
          <ac:spMkLst>
            <pc:docMk/>
            <pc:sldMk cId="3242227477" sldId="256"/>
            <ac:spMk id="5" creationId="{9C6004F2-8AB1-391B-4583-7AAC87F8310C}"/>
          </ac:spMkLst>
        </pc:spChg>
        <pc:spChg chg="add mod">
          <ac:chgData name="Harrison Hilpert" userId="6f9eeed8-2349-4567-9bc7-b39d66e866ba" providerId="ADAL" clId="{DA30D260-769E-4E26-B7BD-4FD41F304C61}" dt="2026-04-14T16:42:30.401" v="369" actId="2085"/>
          <ac:spMkLst>
            <pc:docMk/>
            <pc:sldMk cId="3242227477" sldId="256"/>
            <ac:spMk id="6" creationId="{1DF4A210-BB60-40C2-FAE6-0CAA088949F9}"/>
          </ac:spMkLst>
        </pc:spChg>
        <pc:spChg chg="add mod">
          <ac:chgData name="Harrison Hilpert" userId="6f9eeed8-2349-4567-9bc7-b39d66e866ba" providerId="ADAL" clId="{DA30D260-769E-4E26-B7BD-4FD41F304C61}" dt="2026-04-14T16:32:11.025" v="304" actId="207"/>
          <ac:spMkLst>
            <pc:docMk/>
            <pc:sldMk cId="3242227477" sldId="256"/>
            <ac:spMk id="8" creationId="{B2DC8792-7C39-19BB-A3CC-BE201646F988}"/>
          </ac:spMkLst>
        </pc:spChg>
        <pc:spChg chg="add del mod">
          <ac:chgData name="Harrison Hilpert" userId="6f9eeed8-2349-4567-9bc7-b39d66e866ba" providerId="ADAL" clId="{DA30D260-769E-4E26-B7BD-4FD41F304C61}" dt="2026-04-14T16:19:46.869" v="95" actId="478"/>
          <ac:spMkLst>
            <pc:docMk/>
            <pc:sldMk cId="3242227477" sldId="256"/>
            <ac:spMk id="12" creationId="{C7ABF06A-1984-A041-BACD-152C6C7AF198}"/>
          </ac:spMkLst>
        </pc:spChg>
        <pc:spChg chg="add mod">
          <ac:chgData name="Harrison Hilpert" userId="6f9eeed8-2349-4567-9bc7-b39d66e866ba" providerId="ADAL" clId="{DA30D260-769E-4E26-B7BD-4FD41F304C61}" dt="2026-04-14T16:22:20.477" v="98" actId="27636"/>
          <ac:spMkLst>
            <pc:docMk/>
            <pc:sldMk cId="3242227477" sldId="256"/>
            <ac:spMk id="13" creationId="{F7DFE0F0-DE21-F839-CE50-8C2539E3B660}"/>
          </ac:spMkLst>
        </pc:spChg>
        <pc:grpChg chg="add mod">
          <ac:chgData name="Harrison Hilpert" userId="6f9eeed8-2349-4567-9bc7-b39d66e866ba" providerId="ADAL" clId="{DA30D260-769E-4E26-B7BD-4FD41F304C61}" dt="2026-04-14T16:25:37.272" v="104" actId="1076"/>
          <ac:grpSpMkLst>
            <pc:docMk/>
            <pc:sldMk cId="3242227477" sldId="256"/>
            <ac:grpSpMk id="14" creationId="{060D03F1-B70E-A073-0370-14ABC1B934A8}"/>
          </ac:grpSpMkLst>
        </pc:grpChg>
        <pc:picChg chg="add del mod">
          <ac:chgData name="Harrison Hilpert" userId="6f9eeed8-2349-4567-9bc7-b39d66e866ba" providerId="ADAL" clId="{DA30D260-769E-4E26-B7BD-4FD41F304C61}" dt="2026-04-14T16:18:09.479" v="55" actId="478"/>
          <ac:picMkLst>
            <pc:docMk/>
            <pc:sldMk cId="3242227477" sldId="256"/>
            <ac:picMk id="9" creationId="{7688F14B-EF0E-1A31-E839-AE44F9DD9836}"/>
          </ac:picMkLst>
        </pc:picChg>
        <pc:picChg chg="add mod">
          <ac:chgData name="Harrison Hilpert" userId="6f9eeed8-2349-4567-9bc7-b39d66e866ba" providerId="ADAL" clId="{DA30D260-769E-4E26-B7BD-4FD41F304C61}" dt="2026-04-14T16:25:34.821" v="103" actId="1076"/>
          <ac:picMkLst>
            <pc:docMk/>
            <pc:sldMk cId="3242227477" sldId="256"/>
            <ac:picMk id="11" creationId="{C2A589EE-555D-72E3-46F9-F1659FD1BD3B}"/>
          </ac:picMkLst>
        </pc:picChg>
        <pc:cxnChg chg="add del mod">
          <ac:chgData name="Harrison Hilpert" userId="6f9eeed8-2349-4567-9bc7-b39d66e866ba" providerId="ADAL" clId="{DA30D260-769E-4E26-B7BD-4FD41F304C61}" dt="2026-04-14T16:27:53.484" v="107" actId="478"/>
          <ac:cxnSpMkLst>
            <pc:docMk/>
            <pc:sldMk cId="3242227477" sldId="256"/>
            <ac:cxnSpMk id="7" creationId="{9AF9106D-BF89-3561-3EB6-6DB011CB026D}"/>
          </ac:cxnSpMkLst>
        </pc:cxnChg>
      </pc:sldChg>
      <pc:sldChg chg="addSp delSp modSp add mod modShow">
        <pc:chgData name="Harrison Hilpert" userId="6f9eeed8-2349-4567-9bc7-b39d66e866ba" providerId="ADAL" clId="{DA30D260-769E-4E26-B7BD-4FD41F304C61}" dt="2026-04-14T16:35:26.027" v="312" actId="729"/>
        <pc:sldMkLst>
          <pc:docMk/>
          <pc:sldMk cId="3156677698" sldId="257"/>
        </pc:sldMkLst>
        <pc:spChg chg="del">
          <ac:chgData name="Harrison Hilpert" userId="6f9eeed8-2349-4567-9bc7-b39d66e866ba" providerId="ADAL" clId="{DA30D260-769E-4E26-B7BD-4FD41F304C61}" dt="2026-04-14T16:35:12.780" v="310" actId="478"/>
          <ac:spMkLst>
            <pc:docMk/>
            <pc:sldMk cId="3156677698" sldId="257"/>
            <ac:spMk id="2" creationId="{EE8F0650-9708-E55C-3B61-5FAE9DE4CA58}"/>
          </ac:spMkLst>
        </pc:spChg>
        <pc:spChg chg="del">
          <ac:chgData name="Harrison Hilpert" userId="6f9eeed8-2349-4567-9bc7-b39d66e866ba" providerId="ADAL" clId="{DA30D260-769E-4E26-B7BD-4FD41F304C61}" dt="2026-04-14T16:35:12.780" v="310" actId="478"/>
          <ac:spMkLst>
            <pc:docMk/>
            <pc:sldMk cId="3156677698" sldId="257"/>
            <ac:spMk id="3" creationId="{CDE017A7-7AED-CBED-AA4D-7A24D507850C}"/>
          </ac:spMkLst>
        </pc:spChg>
        <pc:spChg chg="del">
          <ac:chgData name="Harrison Hilpert" userId="6f9eeed8-2349-4567-9bc7-b39d66e866ba" providerId="ADAL" clId="{DA30D260-769E-4E26-B7BD-4FD41F304C61}" dt="2026-04-14T16:35:12.780" v="310" actId="478"/>
          <ac:spMkLst>
            <pc:docMk/>
            <pc:sldMk cId="3156677698" sldId="257"/>
            <ac:spMk id="4" creationId="{BEE3D55A-B4D6-301C-6DFC-DB8A05605C51}"/>
          </ac:spMkLst>
        </pc:spChg>
        <pc:spChg chg="del">
          <ac:chgData name="Harrison Hilpert" userId="6f9eeed8-2349-4567-9bc7-b39d66e866ba" providerId="ADAL" clId="{DA30D260-769E-4E26-B7BD-4FD41F304C61}" dt="2026-04-14T16:35:12.780" v="310" actId="478"/>
          <ac:spMkLst>
            <pc:docMk/>
            <pc:sldMk cId="3156677698" sldId="257"/>
            <ac:spMk id="5" creationId="{1FF0A18B-D022-E365-6973-996CB5F5FCB3}"/>
          </ac:spMkLst>
        </pc:spChg>
        <pc:spChg chg="del">
          <ac:chgData name="Harrison Hilpert" userId="6f9eeed8-2349-4567-9bc7-b39d66e866ba" providerId="ADAL" clId="{DA30D260-769E-4E26-B7BD-4FD41F304C61}" dt="2026-04-14T16:35:12.780" v="310" actId="478"/>
          <ac:spMkLst>
            <pc:docMk/>
            <pc:sldMk cId="3156677698" sldId="257"/>
            <ac:spMk id="6" creationId="{E2579B0B-9725-F99D-050E-50B61BF155D9}"/>
          </ac:spMkLst>
        </pc:spChg>
        <pc:spChg chg="add del mod">
          <ac:chgData name="Harrison Hilpert" userId="6f9eeed8-2349-4567-9bc7-b39d66e866ba" providerId="ADAL" clId="{DA30D260-769E-4E26-B7BD-4FD41F304C61}" dt="2026-04-14T16:35:16.568" v="311" actId="478"/>
          <ac:spMkLst>
            <pc:docMk/>
            <pc:sldMk cId="3156677698" sldId="257"/>
            <ac:spMk id="9" creationId="{F8C753F1-19B5-66BF-C4C8-FCE29DB1CE4F}"/>
          </ac:spMkLst>
        </pc:spChg>
        <pc:grpChg chg="del">
          <ac:chgData name="Harrison Hilpert" userId="6f9eeed8-2349-4567-9bc7-b39d66e866ba" providerId="ADAL" clId="{DA30D260-769E-4E26-B7BD-4FD41F304C61}" dt="2026-04-14T16:35:12.780" v="310" actId="478"/>
          <ac:grpSpMkLst>
            <pc:docMk/>
            <pc:sldMk cId="3156677698" sldId="257"/>
            <ac:grpSpMk id="14" creationId="{8CE219EE-432B-0E2A-C540-FB1D0491107C}"/>
          </ac:grpSpMkLst>
        </pc:grpChg>
      </pc:sldChg>
      <pc:sldChg chg="add del setBg">
        <pc:chgData name="Harrison Hilpert" userId="6f9eeed8-2349-4567-9bc7-b39d66e866ba" providerId="ADAL" clId="{DA30D260-769E-4E26-B7BD-4FD41F304C61}" dt="2026-04-14T16:35:02.831" v="308"/>
        <pc:sldMkLst>
          <pc:docMk/>
          <pc:sldMk cId="4010575107" sldId="257"/>
        </pc:sldMkLst>
      </pc:sldChg>
      <pc:sldChg chg="addSp delSp modSp add mod ord modShow">
        <pc:chgData name="Harrison Hilpert" userId="6f9eeed8-2349-4567-9bc7-b39d66e866ba" providerId="ADAL" clId="{DA30D260-769E-4E26-B7BD-4FD41F304C61}" dt="2026-04-14T17:02:21.470" v="847"/>
        <pc:sldMkLst>
          <pc:docMk/>
          <pc:sldMk cId="2470986236" sldId="258"/>
        </pc:sldMkLst>
        <pc:spChg chg="add mod">
          <ac:chgData name="Harrison Hilpert" userId="6f9eeed8-2349-4567-9bc7-b39d66e866ba" providerId="ADAL" clId="{DA30D260-769E-4E26-B7BD-4FD41F304C61}" dt="2026-04-14T16:40:25.228" v="353" actId="207"/>
          <ac:spMkLst>
            <pc:docMk/>
            <pc:sldMk cId="2470986236" sldId="258"/>
            <ac:spMk id="2" creationId="{BBCDB83D-C0CE-5B28-9282-C22C8507389E}"/>
          </ac:spMkLst>
        </pc:spChg>
        <pc:spChg chg="add mod">
          <ac:chgData name="Harrison Hilpert" userId="6f9eeed8-2349-4567-9bc7-b39d66e866ba" providerId="ADAL" clId="{DA30D260-769E-4E26-B7BD-4FD41F304C61}" dt="2026-04-14T16:41:03.554" v="356" actId="1076"/>
          <ac:spMkLst>
            <pc:docMk/>
            <pc:sldMk cId="2470986236" sldId="258"/>
            <ac:spMk id="3" creationId="{30120F1C-181B-3886-BC32-B54F68DBF050}"/>
          </ac:spMkLst>
        </pc:spChg>
        <pc:spChg chg="add del mod">
          <ac:chgData name="Harrison Hilpert" userId="6f9eeed8-2349-4567-9bc7-b39d66e866ba" providerId="ADAL" clId="{DA30D260-769E-4E26-B7BD-4FD41F304C61}" dt="2026-04-14T16:43:19.553" v="372"/>
          <ac:spMkLst>
            <pc:docMk/>
            <pc:sldMk cId="2470986236" sldId="258"/>
            <ac:spMk id="4" creationId="{A5E4C0AD-86D7-24EE-75E6-F252013FA73A}"/>
          </ac:spMkLst>
        </pc:spChg>
        <pc:spChg chg="add mod">
          <ac:chgData name="Harrison Hilpert" userId="6f9eeed8-2349-4567-9bc7-b39d66e866ba" providerId="ADAL" clId="{DA30D260-769E-4E26-B7BD-4FD41F304C61}" dt="2026-04-14T16:48:59.106" v="828" actId="20577"/>
          <ac:spMkLst>
            <pc:docMk/>
            <pc:sldMk cId="2470986236" sldId="258"/>
            <ac:spMk id="5" creationId="{85529E84-D1A4-EF9A-51E8-E150BF020A0E}"/>
          </ac:spMkLst>
        </pc:spChg>
        <pc:graphicFrameChg chg="add del">
          <ac:chgData name="Harrison Hilpert" userId="6f9eeed8-2349-4567-9bc7-b39d66e866ba" providerId="ADAL" clId="{DA30D260-769E-4E26-B7BD-4FD41F304C61}" dt="2026-04-14T17:02:17.394" v="845" actId="478"/>
          <ac:graphicFrameMkLst>
            <pc:docMk/>
            <pc:sldMk cId="2470986236" sldId="258"/>
            <ac:graphicFrameMk id="4" creationId="{C391FD36-D6B5-3FE1-3EC9-10A9F1DEF86B}"/>
          </ac:graphicFrameMkLst>
        </pc:graphicFrameChg>
      </pc:sldChg>
      <pc:sldChg chg="modSp add mod ord modShow">
        <pc:chgData name="Harrison Hilpert" userId="6f9eeed8-2349-4567-9bc7-b39d66e866ba" providerId="ADAL" clId="{DA30D260-769E-4E26-B7BD-4FD41F304C61}" dt="2026-04-14T16:41:54.883" v="368"/>
        <pc:sldMkLst>
          <pc:docMk/>
          <pc:sldMk cId="4110269551" sldId="259"/>
        </pc:sldMkLst>
        <pc:spChg chg="mod">
          <ac:chgData name="Harrison Hilpert" userId="6f9eeed8-2349-4567-9bc7-b39d66e866ba" providerId="ADAL" clId="{DA30D260-769E-4E26-B7BD-4FD41F304C61}" dt="2026-04-14T16:41:43.771" v="365" actId="20577"/>
          <ac:spMkLst>
            <pc:docMk/>
            <pc:sldMk cId="4110269551" sldId="259"/>
            <ac:spMk id="2" creationId="{0AE399B5-08DB-94CA-5C13-9B0529A396F4}"/>
          </ac:spMkLst>
        </pc:spChg>
      </pc:sldChg>
      <pc:sldChg chg="addSp modSp add mod ord setBg modShow">
        <pc:chgData name="Harrison Hilpert" userId="6f9eeed8-2349-4567-9bc7-b39d66e866ba" providerId="ADAL" clId="{DA30D260-769E-4E26-B7BD-4FD41F304C61}" dt="2026-04-14T17:07:46.441" v="878"/>
        <pc:sldMkLst>
          <pc:docMk/>
          <pc:sldMk cId="1693606516" sldId="260"/>
        </pc:sldMkLst>
        <pc:spChg chg="add mod">
          <ac:chgData name="Harrison Hilpert" userId="6f9eeed8-2349-4567-9bc7-b39d66e866ba" providerId="ADAL" clId="{DA30D260-769E-4E26-B7BD-4FD41F304C61}" dt="2026-04-14T17:07:23.969" v="875" actId="14100"/>
          <ac:spMkLst>
            <pc:docMk/>
            <pc:sldMk cId="1693606516" sldId="260"/>
            <ac:spMk id="4" creationId="{73304FE5-97BD-1DE1-7051-AF547A6F3EB5}"/>
          </ac:spMkLst>
        </pc:spChg>
        <pc:spChg chg="add">
          <ac:chgData name="Harrison Hilpert" userId="6f9eeed8-2349-4567-9bc7-b39d66e866ba" providerId="ADAL" clId="{DA30D260-769E-4E26-B7BD-4FD41F304C61}" dt="2026-04-14T17:07:43.348" v="877"/>
          <ac:spMkLst>
            <pc:docMk/>
            <pc:sldMk cId="1693606516" sldId="260"/>
            <ac:spMk id="5" creationId="{BCAED266-D0F5-8302-E920-A51BF164A9C8}"/>
          </ac:spMkLst>
        </pc:spChg>
      </pc:sldChg>
      <pc:sldChg chg="add ord">
        <pc:chgData name="Harrison Hilpert" userId="6f9eeed8-2349-4567-9bc7-b39d66e866ba" providerId="ADAL" clId="{DA30D260-769E-4E26-B7BD-4FD41F304C61}" dt="2026-04-14T16:49:38.551" v="839"/>
        <pc:sldMkLst>
          <pc:docMk/>
          <pc:sldMk cId="2322962747" sldId="261"/>
        </pc:sldMkLst>
      </pc:sldChg>
      <pc:sldChg chg="addSp delSp modSp add mod ord setBg">
        <pc:chgData name="Harrison Hilpert" userId="6f9eeed8-2349-4567-9bc7-b39d66e866ba" providerId="ADAL" clId="{DA30D260-769E-4E26-B7BD-4FD41F304C61}" dt="2026-04-14T17:15:23.291" v="1686" actId="1076"/>
        <pc:sldMkLst>
          <pc:docMk/>
          <pc:sldMk cId="472525318" sldId="262"/>
        </pc:sldMkLst>
        <pc:spChg chg="mod">
          <ac:chgData name="Harrison Hilpert" userId="6f9eeed8-2349-4567-9bc7-b39d66e866ba" providerId="ADAL" clId="{DA30D260-769E-4E26-B7BD-4FD41F304C61}" dt="2026-04-14T17:12:52.621" v="1046" actId="1076"/>
          <ac:spMkLst>
            <pc:docMk/>
            <pc:sldMk cId="472525318" sldId="262"/>
            <ac:spMk id="2" creationId="{3607594F-A243-E68A-99A7-2BBFE709263C}"/>
          </ac:spMkLst>
        </pc:spChg>
        <pc:spChg chg="mod">
          <ac:chgData name="Harrison Hilpert" userId="6f9eeed8-2349-4567-9bc7-b39d66e866ba" providerId="ADAL" clId="{DA30D260-769E-4E26-B7BD-4FD41F304C61}" dt="2026-04-14T17:13:25.994" v="1050" actId="1076"/>
          <ac:spMkLst>
            <pc:docMk/>
            <pc:sldMk cId="472525318" sldId="262"/>
            <ac:spMk id="3" creationId="{DBDA0C1C-D5BF-FB7A-B5BE-A1ADA65A9EAE}"/>
          </ac:spMkLst>
        </pc:spChg>
        <pc:spChg chg="add mod">
          <ac:chgData name="Harrison Hilpert" userId="6f9eeed8-2349-4567-9bc7-b39d66e866ba" providerId="ADAL" clId="{DA30D260-769E-4E26-B7BD-4FD41F304C61}" dt="2026-04-14T17:07:56.431" v="882" actId="14100"/>
          <ac:spMkLst>
            <pc:docMk/>
            <pc:sldMk cId="472525318" sldId="262"/>
            <ac:spMk id="4" creationId="{993CDEFB-537A-C309-0CEA-539F15506808}"/>
          </ac:spMkLst>
        </pc:spChg>
        <pc:spChg chg="add del mod">
          <ac:chgData name="Harrison Hilpert" userId="6f9eeed8-2349-4567-9bc7-b39d66e866ba" providerId="ADAL" clId="{DA30D260-769E-4E26-B7BD-4FD41F304C61}" dt="2026-04-14T17:11:30.876" v="981" actId="478"/>
          <ac:spMkLst>
            <pc:docMk/>
            <pc:sldMk cId="472525318" sldId="262"/>
            <ac:spMk id="10" creationId="{D8EBDFDB-23E3-D552-2311-06DF0BC88EDD}"/>
          </ac:spMkLst>
        </pc:spChg>
        <pc:picChg chg="add del mod">
          <ac:chgData name="Harrison Hilpert" userId="6f9eeed8-2349-4567-9bc7-b39d66e866ba" providerId="ADAL" clId="{DA30D260-769E-4E26-B7BD-4FD41F304C61}" dt="2026-04-14T17:10:22.640" v="969" actId="478"/>
          <ac:picMkLst>
            <pc:docMk/>
            <pc:sldMk cId="472525318" sldId="262"/>
            <ac:picMk id="6" creationId="{5250610C-7FF8-83BC-49ED-BAB204648288}"/>
          </ac:picMkLst>
        </pc:picChg>
        <pc:picChg chg="add mod">
          <ac:chgData name="Harrison Hilpert" userId="6f9eeed8-2349-4567-9bc7-b39d66e866ba" providerId="ADAL" clId="{DA30D260-769E-4E26-B7BD-4FD41F304C61}" dt="2026-04-14T17:15:23.291" v="1686" actId="1076"/>
          <ac:picMkLst>
            <pc:docMk/>
            <pc:sldMk cId="472525318" sldId="262"/>
            <ac:picMk id="9" creationId="{0E87675F-97C6-453D-BFFB-E9FBD751193E}"/>
          </ac:picMkLst>
        </pc:picChg>
        <pc:picChg chg="add del mod">
          <ac:chgData name="Harrison Hilpert" userId="6f9eeed8-2349-4567-9bc7-b39d66e866ba" providerId="ADAL" clId="{DA30D260-769E-4E26-B7BD-4FD41F304C61}" dt="2026-04-14T17:14:19.925" v="1440" actId="478"/>
          <ac:picMkLst>
            <pc:docMk/>
            <pc:sldMk cId="472525318" sldId="262"/>
            <ac:picMk id="12" creationId="{545B258A-5278-D08E-BFEA-B264026D234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60D91-74DC-A1E1-DD95-AFEB39891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ABE7C-DA03-AF9C-4EF7-03B608EF1B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9260E-61BD-338E-C4E3-8059BA9C5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C475-A0F5-4368-8C6F-8F5707513A5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87006-CA44-71D9-8590-98CAAEC78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Presenter: Harrison Hilpert | Presentation Date: 04/14/2026 | Public Presentation – Free to Share​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869B3-A295-0F17-C7EE-3EBBEFD20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FF974-C83B-466B-977A-D69D09D92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73233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D92F7-07BD-F623-88D6-8582ED4BC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C8DB8-72A3-7CCD-8855-69FD739C8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301B5-A4E0-F7EA-45AC-C19F98A8C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C475-A0F5-4368-8C6F-8F5707513A5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25FB5-3D54-4E7C-7807-0DE14BD33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Presenter: Harrison Hilpert | Presentation Date: 04/14/2026 | Public Presentation – Free to Share​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446F8-FA6B-4426-75FA-975A45C96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FF974-C83B-466B-977A-D69D09D92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197685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95514-1FDA-98D6-5B3F-2EFC1DBA4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EEF27-E859-B7BB-DEE5-AB3B69AEB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5BA4C-8E38-BE24-0BA6-0F9ECDC02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C475-A0F5-4368-8C6F-8F5707513A5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3642B-9A62-10AD-A541-67C627A83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Presenter: Harrison Hilpert | Presentation Date: 04/14/2026 | Public Presentation – Free to Share​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0D0B9-719F-10AD-95B2-0099D2E11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FF974-C83B-466B-977A-D69D09D92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75794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F2606-F587-0AF3-B098-96C80ECF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45642-CEAC-82D0-92F2-E78A04394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9273F-4F1D-850A-1E6B-457EF1870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DEA53F-0CF2-4E7C-200F-BF276BC9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C475-A0F5-4368-8C6F-8F5707513A5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BEC7B-7A66-02A0-7629-0112F45DD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Presenter: Harrison Hilpert | Presentation Date: 04/14/2026 | Public Presentation – Free to Share​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16190-54D9-B4AD-F020-1E17BE474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FF974-C83B-466B-977A-D69D09D92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69907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16FCA-518A-702D-F3BF-E71B14A94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8DE7F-6517-96B3-D654-5A6E6625C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2BAE2A-5A50-D8E7-25EE-98B6D5870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C94F5C-B039-5562-C4C4-517A69E02B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046C9B-B416-B505-DB5A-C275019F38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525F06-91B3-A451-1828-03BCC3B45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C475-A0F5-4368-8C6F-8F5707513A5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65D53-FE7C-42EF-DE75-8C8805FFE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Presenter: Harrison Hilpert | Presentation Date: 04/14/2026 | Public Presentation – Free to Share​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FEA0EA-4EF0-2709-F0EC-65FC91123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FF974-C83B-466B-977A-D69D09D92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9740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AE9C0-4540-A044-3157-58870FC2C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ED62EA-B3EE-12E5-AF76-5B7A5F12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C475-A0F5-4368-8C6F-8F5707513A5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94716-24C7-D34B-8563-26D9B1FF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Presenter: Harrison Hilpert | Presentation Date: 04/14/2026 | Public Presentation – Free to Share​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32F5FA-B64A-9FE8-77D4-E4236B329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FF974-C83B-466B-977A-D69D09D92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62997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40D690-2328-4AF2-F1B2-61431020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C475-A0F5-4368-8C6F-8F5707513A5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0CE194-5A8C-596C-CCCE-C8E4E494C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Presenter: Harrison Hilpert | Presentation Date: 04/14/2026 | Public Presentation – Free to Share​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6E8EB-BA8D-D91D-302C-5B9B8941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FF974-C83B-466B-977A-D69D09D92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2231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281C6-CE5B-7FFC-69CA-17095197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543F5-40ED-39EE-BE18-3F9601A7C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338D4B-9934-180D-2BF1-3AEBB6801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5F53D-F863-F3AF-563D-5872FFC47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C475-A0F5-4368-8C6F-8F5707513A5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B9915-FD11-F9A8-FFD4-06329DC90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Presenter: Harrison Hilpert | Presentation Date: 04/14/2026 | Public Presentation – Free to Share​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49A29-B3EF-810C-0187-6C0258862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FF974-C83B-466B-977A-D69D09D92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213070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586E8-00E6-EB31-1FAF-21066217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7EEF8C-8232-113E-CDC0-039F255A9E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F41EE-0F7E-E3EB-3070-4ED3A8F86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3A57F-628B-0DD2-42BE-E223A6D9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C475-A0F5-4368-8C6F-8F5707513A5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E092A-F260-4F52-E086-D3A5AE905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Presenter: Harrison Hilpert | Presentation Date: 04/14/2026 | Public Presentation – Free to Share​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725B28-E73F-74A2-19CD-1F10AC54C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FF974-C83B-466B-977A-D69D09D92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42670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CD1E3-3EDE-C242-9AF2-00C80D1D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130F0-8099-6E65-B848-2EA8778B8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97DD2-E5E4-22D7-F908-C69E5047C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C475-A0F5-4368-8C6F-8F5707513A5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90DF3-2DA9-41D5-7B63-0A2E9CA70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Presenter: Harrison Hilpert | Presentation Date: 04/14/2026 | Public Presentation – Free to Share​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FC82E-5E8F-4000-3AA2-D5A88DC1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FF974-C83B-466B-977A-D69D09D92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6147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706FF0-6841-3ACB-8B98-9F3192FFD7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62365-0212-DA6A-68DF-DB9CA1176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3CE08-9524-E178-29AB-CC61D1F63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C475-A0F5-4368-8C6F-8F5707513A5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17F66-20D3-BA2C-67EB-110A3837D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Presenter: Harrison Hilpert | Presentation Date: 04/14/2026 | Public Presentation – Free to Share​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3D864-82F1-ABD1-D637-05B4FB9FD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FF974-C83B-466B-977A-D69D09D92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349432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CED7B5-2280-8634-D54D-2727E1D2E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F0E8A-1C08-E6C6-B2B8-2D9F748A6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BA466-94FD-9363-3F24-DD66691F0F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FC475-A0F5-4368-8C6F-8F5707513A5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C663A-1DAC-7004-9190-8A5D72C455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Presenter: Harrison Hilpert | Presentation Date: 04/14/2026 | Public Presentation – Free to Share​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61829-03CD-17D3-7450-9D09E5A0F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2FF974-C83B-466B-977A-D69D09D92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482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igtools/zls" TargetMode="External"/><Relationship Id="rId2" Type="http://schemas.openxmlformats.org/officeDocument/2006/relationships/hyperlink" Target="https://ziglang.org" TargetMode="Externa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ziglang.org/documentation/0.15.2/std/" TargetMode="External"/><Relationship Id="rId2" Type="http://schemas.openxmlformats.org/officeDocument/2006/relationships/hyperlink" Target="https://ziglang.org/documentation/0.16.0/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144E-2090-941E-553F-EA458BE71A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84" y="406400"/>
            <a:ext cx="9144000" cy="2387600"/>
          </a:xfrm>
          <a:solidFill>
            <a:srgbClr val="212121"/>
          </a:solidFill>
        </p:spPr>
        <p:txBody>
          <a:bodyPr>
            <a:normAutofit fontScale="90000"/>
          </a:bodyPr>
          <a:lstStyle/>
          <a:p>
            <a:pPr algn="l"/>
            <a:r>
              <a:rPr lang="en-US" sz="8800" b="1">
                <a:solidFill>
                  <a:schemeClr val="bg1"/>
                </a:solidFill>
                <a:latin typeface="Montserrat" pitchFamily="2" charset="0"/>
              </a:rPr>
              <a:t>IEEE CS @ UCF</a:t>
            </a:r>
            <a:br>
              <a:rPr lang="en-US" sz="8800" b="1">
                <a:solidFill>
                  <a:schemeClr val="bg1"/>
                </a:solidFill>
                <a:latin typeface="Montserrat" pitchFamily="2" charset="0"/>
              </a:rPr>
            </a:br>
            <a:r>
              <a:rPr lang="en-US" sz="8800" b="1">
                <a:solidFill>
                  <a:schemeClr val="bg1"/>
                </a:solidFill>
                <a:latin typeface="Montserrat" pitchFamily="2" charset="0"/>
              </a:rPr>
              <a:t>Workshop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60D03F1-B70E-A073-0370-14ABC1B934A8}"/>
              </a:ext>
            </a:extLst>
          </p:cNvPr>
          <p:cNvGrpSpPr/>
          <p:nvPr/>
        </p:nvGrpSpPr>
        <p:grpSpPr>
          <a:xfrm>
            <a:off x="3617306" y="3429000"/>
            <a:ext cx="8632722" cy="2590799"/>
            <a:chOff x="176981" y="3337068"/>
            <a:chExt cx="8632722" cy="2590799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C2A589EE-555D-72E3-46F9-F1659FD1BD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389664" y="4594367"/>
              <a:ext cx="3810000" cy="1333500"/>
            </a:xfrm>
            <a:prstGeom prst="rect">
              <a:avLst/>
            </a:prstGeom>
          </p:spPr>
        </p:pic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F7DFE0F0-DE21-F839-CE50-8C2539E3B660}"/>
                </a:ext>
              </a:extLst>
            </p:cNvPr>
            <p:cNvSpPr txBox="1">
              <a:spLocks/>
            </p:cNvSpPr>
            <p:nvPr/>
          </p:nvSpPr>
          <p:spPr>
            <a:xfrm>
              <a:off x="176981" y="3337068"/>
              <a:ext cx="8632722" cy="1333500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8800" b="1">
                  <a:solidFill>
                    <a:schemeClr val="bg1"/>
                  </a:solidFill>
                  <a:latin typeface="Montserrat" pitchFamily="2" charset="0"/>
                </a:rPr>
                <a:t>Introduction to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A810449-D9C2-7B76-2711-C1AAE8036DBB}"/>
              </a:ext>
            </a:extLst>
          </p:cNvPr>
          <p:cNvSpPr/>
          <p:nvPr/>
        </p:nvSpPr>
        <p:spPr>
          <a:xfrm>
            <a:off x="8409214" y="742950"/>
            <a:ext cx="3782786" cy="669471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25A8F8-F2F8-40CC-051D-A094B775D3F4}"/>
              </a:ext>
            </a:extLst>
          </p:cNvPr>
          <p:cNvSpPr/>
          <p:nvPr/>
        </p:nvSpPr>
        <p:spPr>
          <a:xfrm>
            <a:off x="5867400" y="1934482"/>
            <a:ext cx="6324600" cy="669471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6004F2-8AB1-391B-4583-7AAC87F8310C}"/>
              </a:ext>
            </a:extLst>
          </p:cNvPr>
          <p:cNvSpPr/>
          <p:nvPr/>
        </p:nvSpPr>
        <p:spPr>
          <a:xfrm>
            <a:off x="-1" y="5018313"/>
            <a:ext cx="7511143" cy="669471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F4A210-BB60-40C2-FAE6-0CAA088949F9}"/>
              </a:ext>
            </a:extLst>
          </p:cNvPr>
          <p:cNvSpPr/>
          <p:nvPr/>
        </p:nvSpPr>
        <p:spPr>
          <a:xfrm>
            <a:off x="-1" y="3776254"/>
            <a:ext cx="3526973" cy="669471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E2DAA6-8DBE-2322-38E9-B1792869D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440" y="6490821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1</a:t>
            </a:fld>
            <a:endParaRPr lang="en-US"/>
          </a:p>
        </p:txBody>
      </p:sp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08E03727-75A9-C96C-8C9C-E2576CAC2C4F}"/>
              </a:ext>
            </a:extLst>
          </p:cNvPr>
          <p:cNvSpPr txBox="1">
            <a:spLocks/>
          </p:cNvSpPr>
          <p:nvPr/>
        </p:nvSpPr>
        <p:spPr>
          <a:xfrm>
            <a:off x="-1644" y="6493400"/>
            <a:ext cx="694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</p:spTree>
    <p:extLst>
      <p:ext uri="{BB962C8B-B14F-4D97-AF65-F5344CB8AC3E}">
        <p14:creationId xmlns:p14="http://schemas.microsoft.com/office/powerpoint/2010/main" val="3242227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C7F075-09B4-E2C6-7714-33B76BC2F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7BD75-493F-07FA-48AB-72CF558FA4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09040"/>
          </a:xfrm>
          <a:solidFill>
            <a:srgbClr val="1A1A1A"/>
          </a:solidFill>
        </p:spPr>
        <p:txBody>
          <a:bodyPr>
            <a:normAutofit/>
          </a:bodyPr>
          <a:lstStyle/>
          <a:p>
            <a:pPr algn="l"/>
            <a:r>
              <a:rPr lang="en-US" sz="6600" b="1">
                <a:solidFill>
                  <a:schemeClr val="bg1"/>
                </a:solidFill>
                <a:latin typeface="Montserrat"/>
              </a:rPr>
              <a:t>Some Quick Footnotes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20B2D8-D049-BC44-AFBE-E7DAF1734F83}"/>
              </a:ext>
            </a:extLst>
          </p:cNvPr>
          <p:cNvSpPr/>
          <p:nvPr/>
        </p:nvSpPr>
        <p:spPr>
          <a:xfrm>
            <a:off x="0" y="1205702"/>
            <a:ext cx="12192000" cy="62412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EEB869A-9F38-DE36-83F9-3EC1443F5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5A71FB-0B9E-5C73-034D-507927A25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350500-12C8-63C1-0006-915E92C70CDA}"/>
              </a:ext>
            </a:extLst>
          </p:cNvPr>
          <p:cNvSpPr txBox="1"/>
          <p:nvPr/>
        </p:nvSpPr>
        <p:spPr>
          <a:xfrm>
            <a:off x="73152" y="1689027"/>
            <a:ext cx="120099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Zig 0.16 released yesterday!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Some of the information presented may be outdated soon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 will do my best to speculate on how new code may look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This version will take time to permeate through the ecosystem (tools &amp; docs)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Please refrain “out of place” interruptions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 talk fast &amp; technical, slow me down if you don’t understand!</a:t>
            </a:r>
          </a:p>
        </p:txBody>
      </p:sp>
    </p:spTree>
    <p:extLst>
      <p:ext uri="{BB962C8B-B14F-4D97-AF65-F5344CB8AC3E}">
        <p14:creationId xmlns:p14="http://schemas.microsoft.com/office/powerpoint/2010/main" val="384858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526732-603A-A206-5237-4620B38AB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1BBE-DCA9-906A-3395-8E13DBD60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09040"/>
          </a:xfrm>
          <a:solidFill>
            <a:srgbClr val="1A1A1A"/>
          </a:solidFill>
        </p:spPr>
        <p:txBody>
          <a:bodyPr>
            <a:normAutofit/>
          </a:bodyPr>
          <a:lstStyle/>
          <a:p>
            <a:pPr algn="l"/>
            <a:r>
              <a:rPr lang="en-US" sz="6600" b="1">
                <a:solidFill>
                  <a:schemeClr val="bg1"/>
                </a:solidFill>
                <a:latin typeface="Montserrat"/>
              </a:rPr>
              <a:t>Some Quick Footnotes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3DE0F7-C239-62C2-54BE-075F9F71B252}"/>
              </a:ext>
            </a:extLst>
          </p:cNvPr>
          <p:cNvSpPr/>
          <p:nvPr/>
        </p:nvSpPr>
        <p:spPr>
          <a:xfrm>
            <a:off x="0" y="1205702"/>
            <a:ext cx="12192000" cy="62412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F422B4D-3D51-DEE0-A333-6BC8C100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DC9C8-6B41-BFF2-1A71-19D0856F6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10657B-5B1A-A06B-C12A-682F5D3747D9}"/>
              </a:ext>
            </a:extLst>
          </p:cNvPr>
          <p:cNvSpPr txBox="1"/>
          <p:nvPr/>
        </p:nvSpPr>
        <p:spPr>
          <a:xfrm>
            <a:off x="73152" y="1689027"/>
            <a:ext cx="12009991" cy="40318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This is an </a:t>
            </a:r>
            <a:r>
              <a:rPr lang="en-US" sz="3200" i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introductory </a:t>
            </a:r>
            <a:r>
              <a:rPr lang="en-US" sz="32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workshop, so there will be lapses in detail for the sake of ease or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Some information will be tagged with an asterisk; this implies there is more going on that may or may not be discussed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This is informal, so proper citation will often be omitted</a:t>
            </a:r>
          </a:p>
        </p:txBody>
      </p:sp>
    </p:spTree>
    <p:extLst>
      <p:ext uri="{BB962C8B-B14F-4D97-AF65-F5344CB8AC3E}">
        <p14:creationId xmlns:p14="http://schemas.microsoft.com/office/powerpoint/2010/main" val="2205116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2C708-1D0D-A0D8-0035-3BA0A9E6E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5EEDC-8D9B-547E-C4F8-25F5FBE90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09040"/>
          </a:xfrm>
          <a:solidFill>
            <a:srgbClr val="1A1A1A"/>
          </a:solidFill>
        </p:spPr>
        <p:txBody>
          <a:bodyPr>
            <a:normAutofit/>
          </a:bodyPr>
          <a:lstStyle/>
          <a:p>
            <a:pPr algn="l"/>
            <a:r>
              <a:rPr lang="en-US" sz="6600" b="1">
                <a:solidFill>
                  <a:schemeClr val="bg1"/>
                </a:solidFill>
                <a:latin typeface="Montserrat"/>
              </a:rPr>
              <a:t>Some Quick Footnotes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009CFF-2A46-E44C-F516-F99120154E8A}"/>
              </a:ext>
            </a:extLst>
          </p:cNvPr>
          <p:cNvSpPr/>
          <p:nvPr/>
        </p:nvSpPr>
        <p:spPr>
          <a:xfrm>
            <a:off x="0" y="1205702"/>
            <a:ext cx="12192000" cy="62412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65E81F-F9F2-0E41-FDF4-BFFA5D419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884D1-5092-C6A7-F907-C2B490FC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7E48A3-E148-EE13-893E-81B599082976}"/>
              </a:ext>
            </a:extLst>
          </p:cNvPr>
          <p:cNvSpPr txBox="1"/>
          <p:nvPr/>
        </p:nvSpPr>
        <p:spPr>
          <a:xfrm>
            <a:off x="73152" y="1689027"/>
            <a:ext cx="12009991" cy="40318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This is an </a:t>
            </a:r>
            <a:r>
              <a:rPr lang="en-US" sz="3200" i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introductory </a:t>
            </a:r>
            <a:r>
              <a:rPr lang="en-US" sz="32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workshop, so there will be lapses in detail for the sake of ease or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Some information will be tagged with an asterisk; this implies there is more going on that may or may not be discussed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This is informal, so proper citation will often be omitted</a:t>
            </a:r>
          </a:p>
        </p:txBody>
      </p:sp>
    </p:spTree>
    <p:extLst>
      <p:ext uri="{BB962C8B-B14F-4D97-AF65-F5344CB8AC3E}">
        <p14:creationId xmlns:p14="http://schemas.microsoft.com/office/powerpoint/2010/main" val="14531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1AA451-C8B9-8495-FBCB-38EBB4660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C7EC6-19AA-C052-C7EC-D2C6B7403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09040"/>
          </a:xfrm>
          <a:solidFill>
            <a:srgbClr val="1A1A1A"/>
          </a:solidFill>
        </p:spPr>
        <p:txBody>
          <a:bodyPr>
            <a:normAutofit/>
          </a:bodyPr>
          <a:lstStyle/>
          <a:p>
            <a:pPr algn="l"/>
            <a:r>
              <a:rPr lang="en-US" sz="6600" b="1">
                <a:solidFill>
                  <a:schemeClr val="bg1"/>
                </a:solidFill>
                <a:latin typeface="Montserrat"/>
              </a:rPr>
              <a:t>Content Ordering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B1FEB3-515B-C993-EDBF-96FEDCE5B1D5}"/>
              </a:ext>
            </a:extLst>
          </p:cNvPr>
          <p:cNvSpPr/>
          <p:nvPr/>
        </p:nvSpPr>
        <p:spPr>
          <a:xfrm>
            <a:off x="0" y="1205702"/>
            <a:ext cx="12192000" cy="62412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C64025-FA2E-76FE-3B76-1983EF9D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A692E0-6384-4972-8BD0-33C373C22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C9C8BD-4AD6-5BD7-4189-5181F0B0AB47}"/>
              </a:ext>
            </a:extLst>
          </p:cNvPr>
          <p:cNvSpPr txBox="1"/>
          <p:nvPr/>
        </p:nvSpPr>
        <p:spPr>
          <a:xfrm>
            <a:off x="231350" y="2518087"/>
            <a:ext cx="9211976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600" b="1">
                <a:solidFill>
                  <a:schemeClr val="bg1"/>
                </a:solidFill>
                <a:latin typeface="Montserrat"/>
              </a:rPr>
              <a:t>Why to Use Zig?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196E29-3C78-E413-37DC-11C4F0FC068D}"/>
              </a:ext>
            </a:extLst>
          </p:cNvPr>
          <p:cNvSpPr txBox="1"/>
          <p:nvPr/>
        </p:nvSpPr>
        <p:spPr>
          <a:xfrm>
            <a:off x="231350" y="3625453"/>
            <a:ext cx="9211976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600" b="1">
                <a:solidFill>
                  <a:schemeClr val="bg1"/>
                </a:solidFill>
                <a:latin typeface="Montserrat"/>
              </a:rPr>
              <a:t>How to Use Zig?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C39F1E-E2E9-7997-00BF-029963274D43}"/>
              </a:ext>
            </a:extLst>
          </p:cNvPr>
          <p:cNvSpPr txBox="1"/>
          <p:nvPr/>
        </p:nvSpPr>
        <p:spPr>
          <a:xfrm>
            <a:off x="231349" y="1931511"/>
            <a:ext cx="921197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Montserrat"/>
              </a:rPr>
              <a:t>A Tale in Two Parts: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007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C132C2-638A-800B-1C62-A4BF0BA1D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C04557-99E1-E436-BBE5-E7C421441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E785F310-2AFD-6426-C1FD-00184616A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3ACDE9-13BE-026E-43D7-AADBB480C60C}"/>
              </a:ext>
            </a:extLst>
          </p:cNvPr>
          <p:cNvSpPr txBox="1"/>
          <p:nvPr/>
        </p:nvSpPr>
        <p:spPr>
          <a:xfrm>
            <a:off x="231350" y="1010533"/>
            <a:ext cx="12183227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600" b="1">
                <a:solidFill>
                  <a:schemeClr val="bg1"/>
                </a:solidFill>
                <a:latin typeface="Montserrat"/>
              </a:rPr>
              <a:t>So,</a:t>
            </a:r>
          </a:p>
          <a:p>
            <a:r>
              <a:rPr lang="en-US" sz="9600" b="1">
                <a:solidFill>
                  <a:schemeClr val="bg1"/>
                </a:solidFill>
                <a:latin typeface="Montserrat"/>
              </a:rPr>
              <a:t>Why Use            ?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8CF80B6-4B79-F1EA-1DE8-C243CA01EB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22435" y="2641507"/>
            <a:ext cx="38100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68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411F0-1102-D666-9320-F4CA66E13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678E9-51BD-555A-6E1F-59AAE4DD7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09040"/>
          </a:xfrm>
          <a:solidFill>
            <a:srgbClr val="1A1A1A"/>
          </a:solidFill>
        </p:spPr>
        <p:txBody>
          <a:bodyPr>
            <a:normAutofit/>
          </a:bodyPr>
          <a:lstStyle/>
          <a:p>
            <a:pPr algn="l"/>
            <a:r>
              <a:rPr lang="en-US" sz="6600" b="1">
                <a:solidFill>
                  <a:schemeClr val="bg1"/>
                </a:solidFill>
                <a:latin typeface="Montserrat"/>
              </a:rPr>
              <a:t>What is Zig, Generally?</a:t>
            </a:r>
            <a:endParaRPr lang="en-US" sz="66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2374DD-ECB6-FFD0-B53A-93DA949C48F1}"/>
              </a:ext>
            </a:extLst>
          </p:cNvPr>
          <p:cNvSpPr/>
          <p:nvPr/>
        </p:nvSpPr>
        <p:spPr>
          <a:xfrm>
            <a:off x="0" y="1205702"/>
            <a:ext cx="12192000" cy="62412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50E8C-969B-0101-380C-081418D63B67}"/>
              </a:ext>
            </a:extLst>
          </p:cNvPr>
          <p:cNvSpPr txBox="1"/>
          <p:nvPr/>
        </p:nvSpPr>
        <p:spPr>
          <a:xfrm>
            <a:off x="73152" y="1689027"/>
            <a:ext cx="12009991" cy="5509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Zig is a general-purpose programming language designed by Andrew Kelley, announced in February of 2016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The intent of Zig is to be a "more-pragmatic" version of C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There is careful consideration to allow interfacing with C code while not compromising on Zig functionality*</a:t>
            </a:r>
            <a:endParaRPr lang="en-US" sz="320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Zig, while being general purpose, has a greater focus and ability to do systems programming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565655D-0B19-A25C-F6F5-163FD683F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FDED89-5007-1E8C-D3C1-23C74C605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962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61A62-B5D8-494B-E472-BD6A18AFF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ABDF3-A78D-D2C8-9F46-A8DF4B425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09040"/>
          </a:xfrm>
          <a:solidFill>
            <a:srgbClr val="1A1A1A"/>
          </a:solidFill>
        </p:spPr>
        <p:txBody>
          <a:bodyPr>
            <a:normAutofit/>
          </a:bodyPr>
          <a:lstStyle/>
          <a:p>
            <a:pPr algn="l"/>
            <a:r>
              <a:rPr lang="en-US" sz="6600" b="1">
                <a:solidFill>
                  <a:schemeClr val="bg1"/>
                </a:solidFill>
                <a:latin typeface="Montserrat"/>
              </a:rPr>
              <a:t>Where is Zig in the Wild?</a:t>
            </a:r>
            <a:endParaRPr lang="en-US" sz="66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2D0328-DD82-379D-D4A3-552AF2CA236D}"/>
              </a:ext>
            </a:extLst>
          </p:cNvPr>
          <p:cNvSpPr/>
          <p:nvPr/>
        </p:nvSpPr>
        <p:spPr>
          <a:xfrm>
            <a:off x="0" y="1205702"/>
            <a:ext cx="12192000" cy="62412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BEC01A-70B3-F317-A201-0D2FC6957704}"/>
              </a:ext>
            </a:extLst>
          </p:cNvPr>
          <p:cNvSpPr txBox="1"/>
          <p:nvPr/>
        </p:nvSpPr>
        <p:spPr>
          <a:xfrm>
            <a:off x="73152" y="1689027"/>
            <a:ext cx="12009991" cy="50167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Zig, by nature of being pre-stable release, doesn't have many major projects at current, but there are some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These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b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Bun Runtime: </a:t>
            </a:r>
            <a:r>
              <a:rPr lang="en-US" sz="32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The runtime for the Bun toolkit is written entirely in Zig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b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Ghostty: </a:t>
            </a:r>
            <a:r>
              <a:rPr lang="en-US" sz="32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A modern multiplatform terminal emulator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b="1" err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TigerBeetle</a:t>
            </a:r>
            <a:r>
              <a:rPr lang="en-US" sz="3200" b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:</a:t>
            </a:r>
            <a:r>
              <a:rPr lang="en-US" sz="32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 A database service specializing in high throughput and speed financial transactions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7CFF0F6-F7FC-5DB4-C3FA-99C250545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843857-6121-AD32-35B7-54F763B19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94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2078F4-DDA3-A050-A5BA-0D5463344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C4659-0CDB-A8E1-D7D9-82E57B7AF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09040"/>
          </a:xfrm>
          <a:solidFill>
            <a:srgbClr val="1A1A1A"/>
          </a:solidFill>
        </p:spPr>
        <p:txBody>
          <a:bodyPr>
            <a:normAutofit/>
          </a:bodyPr>
          <a:lstStyle/>
          <a:p>
            <a:pPr algn="l"/>
            <a:r>
              <a:rPr lang="en-US" sz="6600" b="1">
                <a:solidFill>
                  <a:schemeClr val="bg1"/>
                </a:solidFill>
                <a:latin typeface="Montserrat"/>
              </a:rPr>
              <a:t>The Zig Priorities</a:t>
            </a:r>
            <a:endParaRPr lang="en-US" sz="66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7A96A0-4DD9-0C0B-3E3E-A5F2DA7C0460}"/>
              </a:ext>
            </a:extLst>
          </p:cNvPr>
          <p:cNvSpPr/>
          <p:nvPr/>
        </p:nvSpPr>
        <p:spPr>
          <a:xfrm>
            <a:off x="0" y="1205702"/>
            <a:ext cx="12192000" cy="62412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2C41D-0285-0F66-A944-7D2B4C7F767F}"/>
              </a:ext>
            </a:extLst>
          </p:cNvPr>
          <p:cNvSpPr txBox="1"/>
          <p:nvPr/>
        </p:nvSpPr>
        <p:spPr>
          <a:xfrm>
            <a:off x="73152" y="1689027"/>
            <a:ext cx="12009991" cy="48320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indent="-514350">
              <a:buAutoNum type="arabicPeriod"/>
            </a:pPr>
            <a:r>
              <a:rPr lang="en-US" sz="2800" b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Pragmatism: </a:t>
            </a: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Does the language enable or hinder development in a way that could be resolved?</a:t>
            </a:r>
          </a:p>
          <a:p>
            <a:pPr marL="514350" indent="-514350">
              <a:buAutoNum type="arabicPeriod"/>
            </a:pPr>
            <a:endParaRPr lang="en-US" sz="28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514350" indent="-514350">
              <a:buAutoNum type="arabicPeriod"/>
            </a:pPr>
            <a:r>
              <a:rPr lang="en-US" sz="2800" b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Optimization: </a:t>
            </a: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The natural way programmers use the language should enable performance better or equivalent to C without compromise on expression clarity</a:t>
            </a:r>
          </a:p>
          <a:p>
            <a:pPr marL="514350" indent="-514350">
              <a:buAutoNum type="arabicPeriod"/>
            </a:pPr>
            <a:endParaRPr lang="en-US" sz="28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514350" indent="-514350">
              <a:buAutoNum type="arabicPeriod"/>
            </a:pPr>
            <a:r>
              <a:rPr lang="en-US" sz="2800" b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Safety: </a:t>
            </a: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Performant code may not be ignorant of safe code, and the language should enable safe practices</a:t>
            </a:r>
          </a:p>
          <a:p>
            <a:pPr marL="514350" indent="-514350">
              <a:buAutoNum type="arabicPeriod"/>
            </a:pPr>
            <a:endParaRPr lang="en-US" sz="28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514350" indent="-514350">
              <a:buAutoNum type="arabicPeriod"/>
            </a:pPr>
            <a:r>
              <a:rPr lang="en-US" sz="2800" b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Readability: </a:t>
            </a: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Syntax should be concise and easily read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2D970CC-8AF0-B766-85A1-6CCE8731D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0A4C1B-5D55-62FB-7D39-56CF5934E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33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80CD03-E134-7BCA-F194-DDA065B15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2B451-F7BE-20B4-CC58-21BAC822A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713385"/>
          </a:xfrm>
          <a:solidFill>
            <a:srgbClr val="1A1A1A"/>
          </a:solidFill>
        </p:spPr>
        <p:txBody>
          <a:bodyPr>
            <a:normAutofit fontScale="90000"/>
          </a:bodyPr>
          <a:lstStyle/>
          <a:p>
            <a:pPr algn="l"/>
            <a:r>
              <a:rPr lang="en-US" sz="6600" b="1">
                <a:solidFill>
                  <a:schemeClr val="bg1"/>
                </a:solidFill>
                <a:latin typeface="Montserrat"/>
              </a:rPr>
              <a:t>A Naked Man Fears no Pickpocket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1AF788-E4FE-C794-558F-2F3B0A8A37CF}"/>
              </a:ext>
            </a:extLst>
          </p:cNvPr>
          <p:cNvSpPr/>
          <p:nvPr/>
        </p:nvSpPr>
        <p:spPr>
          <a:xfrm>
            <a:off x="0" y="1688119"/>
            <a:ext cx="12192000" cy="62412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7C6F38-D856-6344-FC04-15877882EF3F}"/>
              </a:ext>
            </a:extLst>
          </p:cNvPr>
          <p:cNvSpPr txBox="1"/>
          <p:nvPr/>
        </p:nvSpPr>
        <p:spPr>
          <a:xfrm>
            <a:off x="89598" y="2006984"/>
            <a:ext cx="12009991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Zig, as a philosophy, leaves many important things bare programmer and in their explicit control</a:t>
            </a:r>
          </a:p>
          <a:p>
            <a:pPr marL="514350" indent="-514350">
              <a:buFont typeface="Arial"/>
              <a:buChar char="•"/>
            </a:pPr>
            <a:endParaRPr lang="en-US" sz="28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514350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No control flow or allocations are hidden* in the standard library or core language, lending more control and encouraging it across the ecosystem</a:t>
            </a:r>
          </a:p>
          <a:p>
            <a:pPr marL="514350" indent="-514350">
              <a:buFont typeface="Arial"/>
              <a:buChar char="•"/>
            </a:pPr>
            <a:endParaRPr lang="en-US" sz="28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514350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While not having safety mechanisms like RAII or garbage collectors, the tools at your disposal make it easy to solve problems, especially those related to memory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3D294BC-B7E6-C23D-26B4-FA611CE2F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7F7A8-7713-4C21-EA1D-F5C91E42A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425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BA47B-F0BC-9309-D1BD-56594D8C2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E72A5-1453-F935-4953-4D7C89673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09040"/>
          </a:xfrm>
          <a:solidFill>
            <a:srgbClr val="1A1A1A"/>
          </a:solidFill>
        </p:spPr>
        <p:txBody>
          <a:bodyPr>
            <a:normAutofit/>
          </a:bodyPr>
          <a:lstStyle/>
          <a:p>
            <a:pPr algn="l"/>
            <a:r>
              <a:rPr lang="en-US" sz="6600" b="1">
                <a:solidFill>
                  <a:schemeClr val="bg1"/>
                </a:solidFill>
                <a:latin typeface="Montserrat"/>
              </a:rPr>
              <a:t>Death to Macros</a:t>
            </a:r>
            <a:endParaRPr lang="en-US" sz="66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27F133-822F-D3BE-367A-C34A181024DD}"/>
              </a:ext>
            </a:extLst>
          </p:cNvPr>
          <p:cNvSpPr/>
          <p:nvPr/>
        </p:nvSpPr>
        <p:spPr>
          <a:xfrm>
            <a:off x="0" y="1205702"/>
            <a:ext cx="12192000" cy="62412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F5B377-3D19-7C86-1C76-BC12D80C9303}"/>
              </a:ext>
            </a:extLst>
          </p:cNvPr>
          <p:cNvSpPr txBox="1"/>
          <p:nvPr/>
        </p:nvSpPr>
        <p:spPr>
          <a:xfrm>
            <a:off x="89598" y="2445545"/>
            <a:ext cx="12009991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Zig abandons the C concept of macros and instead introduces '</a:t>
            </a:r>
            <a:r>
              <a:rPr lang="en-US" sz="2800" err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comptime</a:t>
            </a: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', a system for performing compile time operations in the same syntax as the rest of the language</a:t>
            </a:r>
          </a:p>
          <a:p>
            <a:pPr marL="514350" indent="-514350">
              <a:buFont typeface="Arial"/>
              <a:buChar char="•"/>
            </a:pPr>
            <a:endParaRPr lang="en-US" sz="28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514350" indent="-514350">
              <a:buFont typeface="Arial"/>
              <a:buChar char="•"/>
            </a:pPr>
            <a:r>
              <a:rPr lang="en-US" sz="2800" err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Comptime</a:t>
            </a: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 allows for more powerful metaprogramming and internal reflection not possible in C and more elegantly than C++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278E9F1-5EF1-C73A-F0C1-7BF5F1A8C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701470-4C4A-05DE-2416-55091CA29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12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34B8D7-7AB3-679A-3D36-13BC1C86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45CE8-CB6F-6BA0-F329-18A5D17AB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09040"/>
          </a:xfrm>
          <a:solidFill>
            <a:srgbClr val="1A1A1A"/>
          </a:solidFill>
        </p:spPr>
        <p:txBody>
          <a:bodyPr>
            <a:normAutofit/>
          </a:bodyPr>
          <a:lstStyle/>
          <a:p>
            <a:pPr algn="l"/>
            <a:r>
              <a:rPr lang="en-US" sz="6600" b="1">
                <a:solidFill>
                  <a:schemeClr val="bg1"/>
                </a:solidFill>
                <a:latin typeface="Montserrat"/>
              </a:rPr>
              <a:t>'C' Integrations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E2C512-B652-BCA5-2AD9-FAEE6A4A4A2A}"/>
              </a:ext>
            </a:extLst>
          </p:cNvPr>
          <p:cNvSpPr/>
          <p:nvPr/>
        </p:nvSpPr>
        <p:spPr>
          <a:xfrm>
            <a:off x="0" y="1205702"/>
            <a:ext cx="12192000" cy="62412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F46D66-6A7C-37BB-1695-5A305A89292A}"/>
              </a:ext>
            </a:extLst>
          </p:cNvPr>
          <p:cNvSpPr txBox="1"/>
          <p:nvPr/>
        </p:nvSpPr>
        <p:spPr>
          <a:xfrm>
            <a:off x="89598" y="1537465"/>
            <a:ext cx="12009991" cy="48320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Because Zig is intended to replace C (and sometimes C++), the language ships with a zero-dependency C/C++ compiler based on the LLVM toolchain*</a:t>
            </a:r>
          </a:p>
          <a:p>
            <a:pPr marL="971550" lvl="1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This enables the project to use the benefits of being a Zig project with few, if any, issues, notably the Zig build system</a:t>
            </a:r>
          </a:p>
          <a:p>
            <a:pPr marL="971550" lvl="1" indent="-514350">
              <a:buFont typeface="Arial"/>
              <a:buChar char="•"/>
            </a:pPr>
            <a:endParaRPr lang="en-US" sz="28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514350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Zig can seamlessly use C source code through @cImport() and external libraries through specifying the calling convention</a:t>
            </a:r>
          </a:p>
          <a:p>
            <a:pPr marL="971550" lvl="1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To handle C integer type variation based on compile targets, Zig provides </a:t>
            </a:r>
            <a:r>
              <a:rPr lang="en-US" sz="2800" err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c_int</a:t>
            </a: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 and </a:t>
            </a:r>
            <a:r>
              <a:rPr lang="en-US" sz="2800" err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usize</a:t>
            </a:r>
            <a:endParaRPr lang="en-US" sz="28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971550" lvl="1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C-style strings are also supported, but discouraged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4EF287B-DDE2-89B7-49C4-ABC6F736C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6A3CE9-B072-A08C-A2B6-C7C96EC2E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98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CD3C34-2132-BD3B-33B3-B49E1DC29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15CD-BE41-1279-4BE4-EF0F5125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09040"/>
          </a:xfrm>
          <a:solidFill>
            <a:srgbClr val="1A1A1A"/>
          </a:solidFill>
        </p:spPr>
        <p:txBody>
          <a:bodyPr>
            <a:normAutofit/>
          </a:bodyPr>
          <a:lstStyle/>
          <a:p>
            <a:pPr algn="l"/>
            <a:r>
              <a:rPr lang="en-US" sz="6600" b="1">
                <a:solidFill>
                  <a:schemeClr val="bg1"/>
                </a:solidFill>
                <a:latin typeface="Montserrat"/>
              </a:rPr>
              <a:t>'C' Integrations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9E5AF1-0091-412C-8B94-550585723581}"/>
              </a:ext>
            </a:extLst>
          </p:cNvPr>
          <p:cNvSpPr/>
          <p:nvPr/>
        </p:nvSpPr>
        <p:spPr>
          <a:xfrm>
            <a:off x="0" y="1205702"/>
            <a:ext cx="12192000" cy="62412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1620D2-DC02-2A6E-F50F-76D23B23B3E8}"/>
              </a:ext>
            </a:extLst>
          </p:cNvPr>
          <p:cNvSpPr txBox="1"/>
          <p:nvPr/>
        </p:nvSpPr>
        <p:spPr>
          <a:xfrm>
            <a:off x="89598" y="1537465"/>
            <a:ext cx="12009991" cy="48320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Because Zig is intended to replace C (and sometimes C++), the language ships with a zero-dependency C/C++ compiler based on the LLVM toolchain*</a:t>
            </a:r>
          </a:p>
          <a:p>
            <a:pPr marL="971550" lvl="1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This enables the project to use the benefits of being a Zig project with few, if any, issues, notably the Zig build system</a:t>
            </a:r>
          </a:p>
          <a:p>
            <a:pPr marL="971550" lvl="1" indent="-514350">
              <a:buFont typeface="Arial"/>
              <a:buChar char="•"/>
            </a:pPr>
            <a:endParaRPr lang="en-US" sz="28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514350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Zig can seamlessly use C source code through @cImport() and external libraries through specifying the calling convention</a:t>
            </a:r>
          </a:p>
          <a:p>
            <a:pPr marL="971550" lvl="1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To handle C integer type variation based on compile targets, Zig provides </a:t>
            </a:r>
            <a:r>
              <a:rPr lang="en-US" sz="2800" err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c_int</a:t>
            </a: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 and </a:t>
            </a:r>
            <a:r>
              <a:rPr lang="en-US" sz="2800" err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usize</a:t>
            </a:r>
            <a:endParaRPr lang="en-US" sz="28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971550" lvl="1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C-style strings are also supported, but discouraged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91D5BB-51ED-E411-E7FF-57530719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1A0D14-1FDF-8006-46F9-18C0320F5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95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54915-05B5-BA09-5312-302BC5BE2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FB1FF-993E-A3DE-43B2-8F4FBEF9D4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09040"/>
          </a:xfrm>
          <a:solidFill>
            <a:srgbClr val="1A1A1A"/>
          </a:solidFill>
        </p:spPr>
        <p:txBody>
          <a:bodyPr>
            <a:normAutofit/>
          </a:bodyPr>
          <a:lstStyle/>
          <a:p>
            <a:pPr algn="l"/>
            <a:r>
              <a:rPr lang="en-US" sz="6600" b="1">
                <a:solidFill>
                  <a:schemeClr val="bg1"/>
                </a:solidFill>
                <a:latin typeface="Montserrat"/>
              </a:rPr>
              <a:t>Errors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9D3ED5-0883-8343-AE4E-EB6A0BDC7C97}"/>
              </a:ext>
            </a:extLst>
          </p:cNvPr>
          <p:cNvSpPr/>
          <p:nvPr/>
        </p:nvSpPr>
        <p:spPr>
          <a:xfrm>
            <a:off x="0" y="1205702"/>
            <a:ext cx="12192000" cy="62412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3D2564-5AAB-42D3-D46D-603CAA4FD028}"/>
              </a:ext>
            </a:extLst>
          </p:cNvPr>
          <p:cNvSpPr txBox="1"/>
          <p:nvPr/>
        </p:nvSpPr>
        <p:spPr>
          <a:xfrm>
            <a:off x="89598" y="1537465"/>
            <a:ext cx="12009991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Errors in Zig are essentially values with special properties</a:t>
            </a:r>
          </a:p>
          <a:p>
            <a:pPr marL="514350" indent="-514350">
              <a:buFont typeface="Arial"/>
              <a:buChar char="•"/>
            </a:pPr>
            <a:endParaRPr lang="en-US" sz="28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514350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Every function and variable can have an error type attached, and can be unwrapped in multiple ways</a:t>
            </a:r>
          </a:p>
          <a:p>
            <a:pPr marL="971550" lvl="1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'try'</a:t>
            </a:r>
          </a:p>
          <a:p>
            <a:pPr marL="971550" lvl="1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'if' statements</a:t>
            </a:r>
          </a:p>
          <a:p>
            <a:pPr marL="971550" lvl="1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'catch'</a:t>
            </a:r>
          </a:p>
          <a:p>
            <a:pPr marL="971550" lvl="1" indent="-514350">
              <a:buFont typeface="Arial"/>
              <a:buChar char="•"/>
            </a:pPr>
            <a:endParaRPr lang="en-US" sz="28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514350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Errors must be dealt with before the data becomes usable again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0E60E60-9214-C6B4-9DBF-600283661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6CF506-D92C-2F6C-50C5-2AE182347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012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7642E3-20DF-BDF3-758E-799EC510B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58BDD-36AF-7821-1830-C9D2EDA3E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09040"/>
          </a:xfrm>
          <a:solidFill>
            <a:srgbClr val="1A1A1A"/>
          </a:solidFill>
        </p:spPr>
        <p:txBody>
          <a:bodyPr>
            <a:normAutofit/>
          </a:bodyPr>
          <a:lstStyle/>
          <a:p>
            <a:pPr algn="l"/>
            <a:r>
              <a:rPr lang="en-US" sz="6600" b="1">
                <a:solidFill>
                  <a:schemeClr val="bg1"/>
                </a:solidFill>
                <a:latin typeface="Montserrat"/>
              </a:rPr>
              <a:t>A Note on Structs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CC691F-165C-7BEC-1ED0-044ACE3C8A47}"/>
              </a:ext>
            </a:extLst>
          </p:cNvPr>
          <p:cNvSpPr/>
          <p:nvPr/>
        </p:nvSpPr>
        <p:spPr>
          <a:xfrm>
            <a:off x="0" y="1205702"/>
            <a:ext cx="12192000" cy="62412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B6704-BDF8-D47D-5B01-EB7034B62EF2}"/>
              </a:ext>
            </a:extLst>
          </p:cNvPr>
          <p:cNvSpPr txBox="1"/>
          <p:nvPr/>
        </p:nvSpPr>
        <p:spPr>
          <a:xfrm>
            <a:off x="89598" y="1537465"/>
            <a:ext cx="12009991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Structs in Zig are very similar to those in C, with some extra aces up their sleeves that need consideration</a:t>
            </a:r>
          </a:p>
          <a:p>
            <a:pPr marL="971550" lvl="1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Exclusive functions</a:t>
            </a:r>
          </a:p>
          <a:p>
            <a:pPr marL="971550" lvl="1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Reflection</a:t>
            </a:r>
          </a:p>
          <a:p>
            <a:pPr marL="971550" lvl="1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Packing</a:t>
            </a:r>
          </a:p>
          <a:p>
            <a:pPr marL="971550" lvl="1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Alignment</a:t>
            </a:r>
          </a:p>
          <a:p>
            <a:pPr marL="971550" lvl="1" indent="-514350">
              <a:buFont typeface="Arial"/>
              <a:buChar char="•"/>
            </a:pPr>
            <a:endParaRPr lang="en-US" sz="28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514350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Almost everything in Zig is a struct in some way, so learning them is important to fully maximizing the language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6A5C04F-089B-9D7B-8EF9-AA90E9BF6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8B6C9D-D9B4-8E13-15BD-CE49F981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77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7CA1AF-F9E1-F798-574A-BA59418D1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CBB3E-4637-F290-35F5-0D06B3866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09040"/>
          </a:xfrm>
          <a:solidFill>
            <a:srgbClr val="1A1A1A"/>
          </a:solidFill>
        </p:spPr>
        <p:txBody>
          <a:bodyPr>
            <a:normAutofit/>
          </a:bodyPr>
          <a:lstStyle/>
          <a:p>
            <a:pPr algn="l"/>
            <a:r>
              <a:rPr lang="en-US" sz="6600" b="1">
                <a:solidFill>
                  <a:schemeClr val="bg1"/>
                </a:solidFill>
                <a:latin typeface="Montserrat"/>
              </a:rPr>
              <a:t>Better Writing DX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B436EB-B158-8EB5-869F-85D32A6857E3}"/>
              </a:ext>
            </a:extLst>
          </p:cNvPr>
          <p:cNvSpPr/>
          <p:nvPr/>
        </p:nvSpPr>
        <p:spPr>
          <a:xfrm>
            <a:off x="0" y="1205702"/>
            <a:ext cx="12192000" cy="62412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B15393-94A1-5B7F-29FD-A568A05D3BF5}"/>
              </a:ext>
            </a:extLst>
          </p:cNvPr>
          <p:cNvSpPr txBox="1"/>
          <p:nvPr/>
        </p:nvSpPr>
        <p:spPr>
          <a:xfrm>
            <a:off x="89598" y="1537465"/>
            <a:ext cx="12009991" cy="48320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Zig works because the language, once past the syntactical differences, feels intuitive to use and drives better practices</a:t>
            </a:r>
          </a:p>
          <a:p>
            <a:pPr marL="514350" indent="-514350">
              <a:buFont typeface="Arial"/>
              <a:buChar char="•"/>
            </a:pPr>
            <a:endParaRPr lang="en-US" sz="28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514350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The language lends itself very well to DOD (Data Oriented Design) through its simplicity but powerful </a:t>
            </a:r>
            <a:r>
              <a:rPr lang="en-US" sz="2800" err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comptime</a:t>
            </a: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 evaluations</a:t>
            </a:r>
          </a:p>
          <a:p>
            <a:pPr marL="971550" lvl="1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This means the reference frames for how data should be interpreted as it flows through the program adapts with the intent of the programmer, not in spite of it</a:t>
            </a:r>
          </a:p>
          <a:p>
            <a:pPr marL="971550" lvl="1" indent="-514350">
              <a:buFont typeface="Arial"/>
              <a:buChar char="•"/>
            </a:pPr>
            <a:endParaRPr lang="en-US" sz="28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514350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Difficult or verbose actions in Zig feel intended more to make you consider the weight of data and impact of operations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2CBB673-0346-2998-6F49-33C2AE79D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791012-94E6-3370-2B0F-66A51C0D3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9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EA7619-2B2A-EEF9-C0AB-579814FDE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DC99E2-DEA3-0A35-0324-461113C27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E95263C8-2047-58C4-FD7E-3A2AF6C5A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B282E-82F5-4B76-7C44-B55988A41A82}"/>
              </a:ext>
            </a:extLst>
          </p:cNvPr>
          <p:cNvSpPr txBox="1"/>
          <p:nvPr/>
        </p:nvSpPr>
        <p:spPr>
          <a:xfrm>
            <a:off x="231350" y="1010533"/>
            <a:ext cx="12183227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600" b="1">
                <a:solidFill>
                  <a:schemeClr val="bg1"/>
                </a:solidFill>
                <a:latin typeface="Montserrat"/>
              </a:rPr>
              <a:t>Now,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9600" b="1">
                <a:solidFill>
                  <a:schemeClr val="bg1"/>
                </a:solidFill>
                <a:latin typeface="Montserrat"/>
              </a:rPr>
              <a:t>How To Use            ?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FB310EA-4798-60BA-0F7F-D3D2A690F4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67442" y="4050385"/>
            <a:ext cx="38100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769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B632B2-2E6D-2756-42DB-4C6082D93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63340-2BFD-B0B9-9EB7-52A2C63D6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09040"/>
          </a:xfrm>
          <a:solidFill>
            <a:srgbClr val="1A1A1A"/>
          </a:solidFill>
        </p:spPr>
        <p:txBody>
          <a:bodyPr>
            <a:normAutofit/>
          </a:bodyPr>
          <a:lstStyle/>
          <a:p>
            <a:pPr algn="l"/>
            <a:r>
              <a:rPr lang="en-US" sz="6600" b="1">
                <a:solidFill>
                  <a:schemeClr val="bg1"/>
                </a:solidFill>
                <a:latin typeface="Montserrat"/>
              </a:rPr>
              <a:t>Core Tools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B8EF8D-AF83-EA60-1514-9BC91886F197}"/>
              </a:ext>
            </a:extLst>
          </p:cNvPr>
          <p:cNvSpPr/>
          <p:nvPr/>
        </p:nvSpPr>
        <p:spPr>
          <a:xfrm>
            <a:off x="0" y="1205702"/>
            <a:ext cx="12192000" cy="62412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utoShape 2" descr="Image">
            <a:extLst>
              <a:ext uri="{FF2B5EF4-FFF2-40B4-BE49-F238E27FC236}">
                <a16:creationId xmlns:a16="http://schemas.microsoft.com/office/drawing/2014/main" id="{73304FE5-97BD-1DE1-7051-AF547A6F3E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18857" cy="391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C695F-ABB6-F782-E0B1-9D21AA1C0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FF974-C83B-466B-977A-D69D09D92FC9}" type="slidenum">
              <a:rPr lang="en-US" smtClean="0"/>
              <a:t>18</a:t>
            </a:fld>
            <a:endParaRPr lang="en-US"/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712EA8B3-3B5D-685A-7AAA-A52381AA6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31EA7F-0BBD-5F2F-B1D3-7C6DA45C8A85}"/>
              </a:ext>
            </a:extLst>
          </p:cNvPr>
          <p:cNvSpPr txBox="1"/>
          <p:nvPr/>
        </p:nvSpPr>
        <p:spPr>
          <a:xfrm>
            <a:off x="89598" y="1537465"/>
            <a:ext cx="12009991" cy="48320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At minimum you need the Zig toolchain available at </a:t>
            </a: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ziglang.org</a:t>
            </a: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, providing:</a:t>
            </a:r>
            <a:endParaRPr lang="en-US">
              <a:solidFill>
                <a:schemeClr val="bg1"/>
              </a:solidFill>
            </a:endParaRPr>
          </a:p>
          <a:p>
            <a:pPr marL="971550" lvl="1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The Zig compiler (&amp; by extension C/C++)</a:t>
            </a:r>
          </a:p>
          <a:p>
            <a:pPr marL="971550" lvl="1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Zig build system handler</a:t>
            </a:r>
          </a:p>
          <a:p>
            <a:pPr marL="971550" lvl="1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Zig standard testing system</a:t>
            </a:r>
          </a:p>
          <a:p>
            <a:pPr marL="971550" lvl="1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Zig package manager</a:t>
            </a:r>
          </a:p>
          <a:p>
            <a:pPr marL="971550" lvl="1" indent="-514350">
              <a:buFont typeface="Arial"/>
              <a:buChar char="•"/>
            </a:pPr>
            <a:r>
              <a:rPr lang="en-US" sz="2800" err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Docgen</a:t>
            </a: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 capabilities</a:t>
            </a:r>
          </a:p>
          <a:p>
            <a:pPr marL="971550" lvl="1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&amp; more</a:t>
            </a:r>
          </a:p>
          <a:p>
            <a:pPr marL="971550" lvl="1" indent="-514350">
              <a:buFont typeface="Arial"/>
              <a:buChar char="•"/>
            </a:pPr>
            <a:endParaRPr lang="en-US" sz="28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514350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For better experience in editor, </a:t>
            </a:r>
            <a:r>
              <a:rPr lang="en-US" sz="2800" err="1">
                <a:solidFill>
                  <a:schemeClr val="bg1"/>
                </a:solidFill>
                <a:latin typeface="Open Sans"/>
                <a:ea typeface="Open Sans"/>
                <a:cs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zls</a:t>
            </a: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 or other such LSPs are extremely useful but unofficial and sometimes lag behind releases</a:t>
            </a:r>
          </a:p>
        </p:txBody>
      </p:sp>
    </p:spTree>
    <p:extLst>
      <p:ext uri="{BB962C8B-B14F-4D97-AF65-F5344CB8AC3E}">
        <p14:creationId xmlns:p14="http://schemas.microsoft.com/office/powerpoint/2010/main" val="1693606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7FA23-E3FD-67DF-4FCC-3FA4B980F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4E9A-9FA2-2F25-D739-52527A3015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09040"/>
          </a:xfrm>
          <a:solidFill>
            <a:srgbClr val="1A1A1A"/>
          </a:solidFill>
        </p:spPr>
        <p:txBody>
          <a:bodyPr>
            <a:normAutofit/>
          </a:bodyPr>
          <a:lstStyle/>
          <a:p>
            <a:pPr algn="l"/>
            <a:r>
              <a:rPr lang="en-US" sz="6600" b="1">
                <a:solidFill>
                  <a:schemeClr val="bg1"/>
                </a:solidFill>
                <a:latin typeface="Montserrat"/>
              </a:rPr>
              <a:t>Learning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953BDA-8628-9B65-A051-27CCFC216F2B}"/>
              </a:ext>
            </a:extLst>
          </p:cNvPr>
          <p:cNvSpPr/>
          <p:nvPr/>
        </p:nvSpPr>
        <p:spPr>
          <a:xfrm>
            <a:off x="0" y="1205702"/>
            <a:ext cx="12192000" cy="62412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utoShape 2" descr="Image">
            <a:extLst>
              <a:ext uri="{FF2B5EF4-FFF2-40B4-BE49-F238E27FC236}">
                <a16:creationId xmlns:a16="http://schemas.microsoft.com/office/drawing/2014/main" id="{16B5BCD5-B556-2F3A-C478-BBE92E7653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18857" cy="391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6E5C0-F8CF-1BE8-3C45-64AE15277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FF974-C83B-466B-977A-D69D09D92FC9}" type="slidenum">
              <a:rPr lang="en-US" smtClean="0"/>
              <a:t>19</a:t>
            </a:fld>
            <a:endParaRPr lang="en-US"/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805F5834-1C9C-9C41-35D1-F61893586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68E756-C2A7-5A0A-559E-BF7B50326026}"/>
              </a:ext>
            </a:extLst>
          </p:cNvPr>
          <p:cNvSpPr txBox="1"/>
          <p:nvPr/>
        </p:nvSpPr>
        <p:spPr>
          <a:xfrm>
            <a:off x="89598" y="1537465"/>
            <a:ext cx="12009991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There are many different community resources, but check the version, as Zig is ever changing and they are often out of date</a:t>
            </a:r>
          </a:p>
          <a:p>
            <a:pPr marL="514350" indent="-514350">
              <a:buFont typeface="Arial"/>
              <a:buChar char="•"/>
            </a:pPr>
            <a:endParaRPr lang="en-US" sz="28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514350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The best sources for information is the </a:t>
            </a: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language refrence</a:t>
            </a: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 and the </a:t>
            </a: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standard library docs</a:t>
            </a:r>
            <a:endParaRPr lang="en-US" sz="28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514350" indent="-514350">
              <a:buFont typeface="Arial"/>
              <a:buChar char="•"/>
            </a:pPr>
            <a:endParaRPr lang="en-US" sz="28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marL="514350" indent="-5143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Zig, as a young language, requires you the student to go read the implementations of the standard library to fully understand what is going on in your code and develop idiomatic habits</a:t>
            </a:r>
          </a:p>
        </p:txBody>
      </p:sp>
    </p:spTree>
    <p:extLst>
      <p:ext uri="{BB962C8B-B14F-4D97-AF65-F5344CB8AC3E}">
        <p14:creationId xmlns:p14="http://schemas.microsoft.com/office/powerpoint/2010/main" val="1306339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14404-E4E9-6A6E-0661-C191EAB4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550D6E-4515-8A0C-E399-55334ACC5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20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16FBA9CB-4686-85C4-E923-2E8B72355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F10F85-E2CF-9596-5C76-0BD7B29D32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9040"/>
          </a:xfrm>
          <a:prstGeom prst="rect">
            <a:avLst/>
          </a:prstGeom>
          <a:solidFill>
            <a:srgbClr val="1A1A1A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6600" b="1">
                <a:solidFill>
                  <a:schemeClr val="bg1"/>
                </a:solidFill>
                <a:latin typeface="Montserrat"/>
              </a:rPr>
              <a:t>Setting up Main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BD3B7C-4607-2742-C5FE-E4A9F5B0F814}"/>
              </a:ext>
            </a:extLst>
          </p:cNvPr>
          <p:cNvSpPr/>
          <p:nvPr/>
        </p:nvSpPr>
        <p:spPr>
          <a:xfrm>
            <a:off x="0" y="1205702"/>
            <a:ext cx="12192000" cy="62412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940758-803B-41BF-958C-73198417157A}"/>
              </a:ext>
            </a:extLst>
          </p:cNvPr>
          <p:cNvSpPr txBox="1"/>
          <p:nvPr/>
        </p:nvSpPr>
        <p:spPr>
          <a:xfrm>
            <a:off x="89598" y="1780793"/>
            <a:ext cx="1200999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Zig is very similar to C, but with some minor differences</a:t>
            </a:r>
            <a:endParaRPr lang="en-US" sz="3600">
              <a:solidFill>
                <a:schemeClr val="bg1"/>
              </a:solidFill>
            </a:endParaRPr>
          </a:p>
        </p:txBody>
      </p:sp>
      <p:pic>
        <p:nvPicPr>
          <p:cNvPr id="8" name="Picture 7" descr="A black rectangular object with colorful text&#10;&#10;AI-generated content may be incorrect.">
            <a:extLst>
              <a:ext uri="{FF2B5EF4-FFF2-40B4-BE49-F238E27FC236}">
                <a16:creationId xmlns:a16="http://schemas.microsoft.com/office/drawing/2014/main" id="{64EB6147-6D5E-F092-4AF8-B9D02324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69" t="39626" r="20877" b="30889"/>
          <a:stretch>
            <a:fillRect/>
          </a:stretch>
        </p:blipFill>
        <p:spPr>
          <a:xfrm>
            <a:off x="853476" y="3431515"/>
            <a:ext cx="3678715" cy="135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476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6C3061-8A19-9832-E505-3D377F3B0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1B3F64-E91F-0F74-1DD1-7F018747F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21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84A79D2F-CF0B-CD98-F883-DFD237034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EBE172-E291-6447-F773-0BCD305B03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9040"/>
          </a:xfrm>
          <a:prstGeom prst="rect">
            <a:avLst/>
          </a:prstGeom>
          <a:solidFill>
            <a:srgbClr val="1A1A1A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6600" b="1">
                <a:solidFill>
                  <a:schemeClr val="bg1"/>
                </a:solidFill>
                <a:latin typeface="Montserrat"/>
              </a:rPr>
              <a:t>Hello World</a:t>
            </a:r>
            <a:endParaRPr lang="en-US" sz="66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F75B3D-89C4-F142-A5D4-AE837CB3C2F5}"/>
              </a:ext>
            </a:extLst>
          </p:cNvPr>
          <p:cNvSpPr/>
          <p:nvPr/>
        </p:nvSpPr>
        <p:spPr>
          <a:xfrm>
            <a:off x="0" y="1205702"/>
            <a:ext cx="12192000" cy="62412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B71D8122-3DD9-87BC-8263-1BCA78CC4E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50" t="31490" r="14976" b="23815"/>
          <a:stretch>
            <a:fillRect/>
          </a:stretch>
        </p:blipFill>
        <p:spPr>
          <a:xfrm>
            <a:off x="560854" y="2396298"/>
            <a:ext cx="6658698" cy="25373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927865-7BFC-3995-52F2-6C65F96EC0A4}"/>
              </a:ext>
            </a:extLst>
          </p:cNvPr>
          <p:cNvSpPr txBox="1"/>
          <p:nvPr/>
        </p:nvSpPr>
        <p:spPr>
          <a:xfrm>
            <a:off x="89598" y="1499045"/>
            <a:ext cx="1200999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Now we bring in the "std" module and use its printing</a:t>
            </a:r>
          </a:p>
        </p:txBody>
      </p:sp>
    </p:spTree>
    <p:extLst>
      <p:ext uri="{BB962C8B-B14F-4D97-AF65-F5344CB8AC3E}">
        <p14:creationId xmlns:p14="http://schemas.microsoft.com/office/powerpoint/2010/main" val="287480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8FC428-5A67-06AF-933D-6C307D389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7C61B4-FB2D-A6DD-E2F8-CBE5C278D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22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B69DB55A-42FC-036D-E80E-65DFB654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6D33F6-DB95-613E-F136-EA1A669AB9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9040"/>
          </a:xfrm>
          <a:prstGeom prst="rect">
            <a:avLst/>
          </a:prstGeom>
          <a:solidFill>
            <a:srgbClr val="1A1A1A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6600" b="1" err="1">
                <a:solidFill>
                  <a:schemeClr val="bg1"/>
                </a:solidFill>
                <a:latin typeface="Montserrat"/>
              </a:rPr>
              <a:t>FizzBuzz</a:t>
            </a:r>
            <a:endParaRPr lang="en-US" err="1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32EC8A-390E-1500-71D7-3AF99DC47A47}"/>
              </a:ext>
            </a:extLst>
          </p:cNvPr>
          <p:cNvSpPr/>
          <p:nvPr/>
        </p:nvSpPr>
        <p:spPr>
          <a:xfrm>
            <a:off x="0" y="1205702"/>
            <a:ext cx="12192000" cy="62412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69E3BF-A40A-F2D6-FB33-2F7D2884C043}"/>
              </a:ext>
            </a:extLst>
          </p:cNvPr>
          <p:cNvSpPr txBox="1"/>
          <p:nvPr/>
        </p:nvSpPr>
        <p:spPr>
          <a:xfrm>
            <a:off x="89598" y="1499045"/>
            <a:ext cx="12009991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This brings some complexity, but not too much</a:t>
            </a:r>
          </a:p>
          <a:p>
            <a:r>
              <a:rPr lang="en-US" sz="36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So first, a loop</a:t>
            </a:r>
          </a:p>
        </p:txBody>
      </p:sp>
      <p:pic>
        <p:nvPicPr>
          <p:cNvPr id="7" name="Picture 6" descr="A computer code on a yellow background&#10;&#10;AI-generated content may be incorrect.">
            <a:extLst>
              <a:ext uri="{FF2B5EF4-FFF2-40B4-BE49-F238E27FC236}">
                <a16:creationId xmlns:a16="http://schemas.microsoft.com/office/drawing/2014/main" id="{796B233B-9576-BC33-256D-B8884A6647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62" t="29189" r="14249" b="18602"/>
          <a:stretch>
            <a:fillRect/>
          </a:stretch>
        </p:blipFill>
        <p:spPr>
          <a:xfrm>
            <a:off x="771885" y="3005074"/>
            <a:ext cx="6162011" cy="333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144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94D410-C1F5-119E-CB23-A85079AC3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868CF3-7E77-191E-B09D-FEFC29D62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23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3251D131-08B2-E421-97F8-63DB0AED5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15BEBA-AE58-5438-7819-4D3CA7413B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9040"/>
          </a:xfrm>
          <a:prstGeom prst="rect">
            <a:avLst/>
          </a:prstGeom>
          <a:solidFill>
            <a:srgbClr val="1A1A1A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6600" b="1" err="1">
                <a:solidFill>
                  <a:schemeClr val="bg1"/>
                </a:solidFill>
                <a:latin typeface="Montserrat"/>
              </a:rPr>
              <a:t>FizzBuzz</a:t>
            </a:r>
            <a:endParaRPr lang="en-US" err="1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DFBBE8-00F9-170D-0991-EEAE15364737}"/>
              </a:ext>
            </a:extLst>
          </p:cNvPr>
          <p:cNvSpPr/>
          <p:nvPr/>
        </p:nvSpPr>
        <p:spPr>
          <a:xfrm>
            <a:off x="0" y="1205702"/>
            <a:ext cx="12192000" cy="62412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978A10-6C33-0FEE-FADC-91623E0F3459}"/>
              </a:ext>
            </a:extLst>
          </p:cNvPr>
          <p:cNvSpPr txBox="1"/>
          <p:nvPr/>
        </p:nvSpPr>
        <p:spPr>
          <a:xfrm>
            <a:off x="89598" y="1499045"/>
            <a:ext cx="1200999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Now, some variables &amp; if-else</a:t>
            </a:r>
          </a:p>
        </p:txBody>
      </p:sp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041EA6CC-3CF7-2128-D6C8-C12213AB77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24" t="17606" r="13668" b="13319"/>
          <a:stretch>
            <a:fillRect/>
          </a:stretch>
        </p:blipFill>
        <p:spPr>
          <a:xfrm>
            <a:off x="881398" y="2144844"/>
            <a:ext cx="4478260" cy="4073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545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A6D0E3-2FB7-DDC5-D7D8-B3B81E649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CE7BC4-CAD6-96F4-46A5-B80671D2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24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D1B59D65-7A55-A27D-15E3-451D961A7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C55A48-65AD-FDDE-628F-A2CDB6D76C73}"/>
              </a:ext>
            </a:extLst>
          </p:cNvPr>
          <p:cNvSpPr txBox="1"/>
          <p:nvPr/>
        </p:nvSpPr>
        <p:spPr>
          <a:xfrm>
            <a:off x="231350" y="1010533"/>
            <a:ext cx="12183227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600" b="1">
                <a:solidFill>
                  <a:schemeClr val="bg1"/>
                </a:solidFill>
                <a:latin typeface="Montserrat"/>
              </a:rPr>
              <a:t>Thank you for coming!</a:t>
            </a:r>
            <a:endParaRPr lang="en-US">
              <a:solidFill>
                <a:srgbClr val="000000"/>
              </a:solidFill>
              <a:latin typeface="Aptos" panose="02110004020202020204"/>
            </a:endParaRPr>
          </a:p>
          <a:p>
            <a:r>
              <a:rPr lang="en-US" sz="9600" b="1">
                <a:solidFill>
                  <a:schemeClr val="bg1"/>
                </a:solidFill>
                <a:latin typeface="Montserrat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2902326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752ED-8D83-40C7-0293-185ABD2D3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7594F-A243-E68A-99A7-2BBFE7092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57848"/>
            <a:ext cx="7315200" cy="3942302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en-US" sz="6600" b="1">
                <a:solidFill>
                  <a:schemeClr val="bg1"/>
                </a:solidFill>
                <a:latin typeface="Montserrat" pitchFamily="2" charset="0"/>
              </a:rPr>
              <a:t>Please do Attendance!</a:t>
            </a:r>
            <a:br>
              <a:rPr lang="en-US" sz="6600" b="1">
                <a:solidFill>
                  <a:schemeClr val="bg1"/>
                </a:solidFill>
                <a:latin typeface="Montserrat" pitchFamily="2" charset="0"/>
              </a:rPr>
            </a:br>
            <a:r>
              <a:rPr lang="en-US" sz="6600" b="1">
                <a:solidFill>
                  <a:schemeClr val="bg1"/>
                </a:solidFill>
                <a:latin typeface="Montserrat" pitchFamily="2" charset="0"/>
              </a:rPr>
              <a:t>It helps us</a:t>
            </a:r>
            <a:br>
              <a:rPr lang="en-US" sz="6600" b="1">
                <a:solidFill>
                  <a:schemeClr val="bg1"/>
                </a:solidFill>
                <a:latin typeface="Montserrat" pitchFamily="2" charset="0"/>
              </a:rPr>
            </a:br>
            <a:r>
              <a:rPr lang="en-US" sz="6600" b="1">
                <a:solidFill>
                  <a:schemeClr val="bg1"/>
                </a:solidFill>
                <a:latin typeface="Montserrat" pitchFamily="2" charset="0"/>
              </a:rPr>
              <a:t>a lot!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DA0C1C-D5BF-FB7A-B5BE-A1ADA65A9EAE}"/>
              </a:ext>
            </a:extLst>
          </p:cNvPr>
          <p:cNvSpPr/>
          <p:nvPr/>
        </p:nvSpPr>
        <p:spPr>
          <a:xfrm rot="5400000" flipV="1">
            <a:off x="3825885" y="3391094"/>
            <a:ext cx="5235390" cy="75812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87675F-97C6-453D-BFFB-E9FBD751193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7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8467" y="1183996"/>
            <a:ext cx="4490008" cy="4490008"/>
          </a:xfrm>
          <a:prstGeom prst="rect">
            <a:avLst/>
          </a:prstGeom>
          <a:effectLst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8F168C-CA58-4206-50F2-ACCDCB7B3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440" y="6490821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B8F6648-6C92-A408-EC5A-59CA0AB3E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</p:spTree>
    <p:extLst>
      <p:ext uri="{BB962C8B-B14F-4D97-AF65-F5344CB8AC3E}">
        <p14:creationId xmlns:p14="http://schemas.microsoft.com/office/powerpoint/2010/main" val="4725253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605EC8-EBD5-D582-F2B5-C44395444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FB0AD8-DF98-3A05-0968-B71B86E63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26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D5D73714-39F7-5B70-57C1-415C3FD63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</p:spTree>
    <p:extLst>
      <p:ext uri="{BB962C8B-B14F-4D97-AF65-F5344CB8AC3E}">
        <p14:creationId xmlns:p14="http://schemas.microsoft.com/office/powerpoint/2010/main" val="31836818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05FA5D-FA77-1470-EF77-A6124D717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AD92C5-A5E3-AFBD-743F-CD17D555D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9348" y="6493400"/>
            <a:ext cx="2743200" cy="365125"/>
          </a:xfrm>
        </p:spPr>
        <p:txBody>
          <a:bodyPr/>
          <a:lstStyle/>
          <a:p>
            <a:fld id="{622FF974-C83B-466B-977A-D69D09D92FC9}" type="slidenum">
              <a:rPr lang="en-US" smtClean="0"/>
              <a:t>27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250DA464-74A9-2C7B-4F2E-697C8D6FC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44" y="6493400"/>
            <a:ext cx="6943520" cy="365125"/>
          </a:xfrm>
        </p:spPr>
        <p:txBody>
          <a:bodyPr/>
          <a:lstStyle/>
          <a:p>
            <a:r>
              <a:rPr lang="en-US">
                <a:solidFill>
                  <a:srgbClr val="474747"/>
                </a:solidFill>
              </a:rPr>
              <a:t>Presenter: Harrison Hilpert | Presentation Date: 04/14/2026 | Public Presentation – Free to Share​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399B5-08DB-94CA-5C13-9B0529A396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9040"/>
          </a:xfrm>
          <a:prstGeom prst="rect">
            <a:avLst/>
          </a:prstGeom>
          <a:solidFill>
            <a:srgbClr val="1A1A1A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6600" b="1">
                <a:solidFill>
                  <a:schemeClr val="bg1"/>
                </a:solidFill>
                <a:latin typeface="Montserrat" pitchFamily="2" charset="0"/>
              </a:rPr>
              <a:t>Header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A1C147-BD27-B175-1689-40E7D75B26D5}"/>
              </a:ext>
            </a:extLst>
          </p:cNvPr>
          <p:cNvSpPr/>
          <p:nvPr/>
        </p:nvSpPr>
        <p:spPr>
          <a:xfrm>
            <a:off x="0" y="1205702"/>
            <a:ext cx="12192000" cy="62412"/>
          </a:xfrm>
          <a:prstGeom prst="rect">
            <a:avLst/>
          </a:prstGeom>
          <a:solidFill>
            <a:srgbClr val="FBA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2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9A6234EB26324480D426EF7A1C96CE" ma:contentTypeVersion="5" ma:contentTypeDescription="Create a new document." ma:contentTypeScope="" ma:versionID="1cc5b8a65c407c3cf5d68ac42fa70712">
  <xsd:schema xmlns:xsd="http://www.w3.org/2001/XMLSchema" xmlns:xs="http://www.w3.org/2001/XMLSchema" xmlns:p="http://schemas.microsoft.com/office/2006/metadata/properties" xmlns:ns3="f1905bae-818a-42a9-ae4f-f86c30d37099" targetNamespace="http://schemas.microsoft.com/office/2006/metadata/properties" ma:root="true" ma:fieldsID="18c6e9e19b4b0a4e89cd6478b0856d74" ns3:_="">
    <xsd:import namespace="f1905bae-818a-42a9-ae4f-f86c30d3709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905bae-818a-42a9-ae4f-f86c30d3709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1905bae-818a-42a9-ae4f-f86c30d37099" xsi:nil="true"/>
  </documentManagement>
</p:properties>
</file>

<file path=customXml/itemProps1.xml><?xml version="1.0" encoding="utf-8"?>
<ds:datastoreItem xmlns:ds="http://schemas.openxmlformats.org/officeDocument/2006/customXml" ds:itemID="{5034A205-7E7C-4A28-8B8B-7E4ECFA2A17D}">
  <ds:schemaRefs>
    <ds:schemaRef ds:uri="f1905bae-818a-42a9-ae4f-f86c30d3709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6CDFA40-98D2-4C53-83E3-C13C145A619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365786-4443-4E2F-961B-9025DD1024BD}">
  <ds:schemaRefs>
    <ds:schemaRef ds:uri="f1905bae-818a-42a9-ae4f-f86c30d3709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27</Slides>
  <Notes>0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IEEE CS @ UCF Workshop</vt:lpstr>
      <vt:lpstr>Some Quick Footnotes</vt:lpstr>
      <vt:lpstr>Some Quick Footnotes</vt:lpstr>
      <vt:lpstr>Some Quick Footnotes</vt:lpstr>
      <vt:lpstr>Content Ordering</vt:lpstr>
      <vt:lpstr>PowerPoint Presentation</vt:lpstr>
      <vt:lpstr>What is Zig, Generally?</vt:lpstr>
      <vt:lpstr>Where is Zig in the Wild?</vt:lpstr>
      <vt:lpstr>The Zig Priorities</vt:lpstr>
      <vt:lpstr>A Naked Man Fears no Pickpocket</vt:lpstr>
      <vt:lpstr>Death to Macros</vt:lpstr>
      <vt:lpstr>'C' Integrations</vt:lpstr>
      <vt:lpstr>'C' Integrations</vt:lpstr>
      <vt:lpstr>Errors</vt:lpstr>
      <vt:lpstr>A Note on Structs</vt:lpstr>
      <vt:lpstr>Better Writing DX</vt:lpstr>
      <vt:lpstr>PowerPoint Presentation</vt:lpstr>
      <vt:lpstr>Core Tools</vt:lpstr>
      <vt:lpstr>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Please do Attendance! It helps us a lot!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Hilpert</dc:creator>
  <cp:revision>1</cp:revision>
  <dcterms:created xsi:type="dcterms:W3CDTF">2026-04-14T16:07:56Z</dcterms:created>
  <dcterms:modified xsi:type="dcterms:W3CDTF">2026-04-14T21:37:08Z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0x0101006B9A6234EB26324480D426EF7A1C96CE</vt:lpwstr>
  </property>
</Properties>
</file>